
<file path=[Content_Types].xml><?xml version="1.0" encoding="utf-8"?>
<Types xmlns="http://schemas.openxmlformats.org/package/2006/content-types">
  <Default ContentType="image/png" Extension="png"/>
  <Default ContentType="application/vnd.openxmlformats-package.relationships+xml" Extension="rels"/>
  <Default ContentType="image/svg+xml" Extension="svg"/>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notesSlides/notesSlide1.xml" Type="http://schemas.openxmlformats.org/officeDocument/2006/relationships/notesSlide"/><Relationship Id="rId25" Target="notesSlides/notesSlide2.xml" Type="http://schemas.openxmlformats.org/officeDocument/2006/relationships/notesSlide"/><Relationship Id="rId26" Target="notesSlides/notesSlide3.xml" Type="http://schemas.openxmlformats.org/officeDocument/2006/relationships/notesSlide"/><Relationship Id="rId27" Target="notesSlides/notesSlide4.xml" Type="http://schemas.openxmlformats.org/officeDocument/2006/relationships/notesSlide"/><Relationship Id="rId28" Target="notesSlides/notesSlide5.xml" Type="http://schemas.openxmlformats.org/officeDocument/2006/relationships/notesSlide"/><Relationship Id="rId29" Target="notesSlides/notesSlide6.xml" Type="http://schemas.openxmlformats.org/officeDocument/2006/relationships/notesSlide"/><Relationship Id="rId3" Target="presProps.xml" Type="http://schemas.openxmlformats.org/officeDocument/2006/relationships/presProps"/><Relationship Id="rId30" Target="notesSlides/notesSlide7.xml" Type="http://schemas.openxmlformats.org/officeDocument/2006/relationships/notesSlide"/><Relationship Id="rId31" Target="notesSlides/notesSlide8.xml" Type="http://schemas.openxmlformats.org/officeDocument/2006/relationships/notesSlide"/><Relationship Id="rId32" Target="notesSlides/notesSlide9.xml" Type="http://schemas.openxmlformats.org/officeDocument/2006/relationships/notesSlide"/><Relationship Id="rId33" Target="notesSlides/notesSlide10.xml" Type="http://schemas.openxmlformats.org/officeDocument/2006/relationships/notesSlide"/><Relationship Id="rId34" Target="notesSlides/notesSlide11.xml" Type="http://schemas.openxmlformats.org/officeDocument/2006/relationships/notesSlide"/><Relationship Id="rId35" Target="notesSlides/notesSlide12.xml" Type="http://schemas.openxmlformats.org/officeDocument/2006/relationships/notesSlide"/><Relationship Id="rId36" Target="notesSlides/notesSlide13.xml" Type="http://schemas.openxmlformats.org/officeDocument/2006/relationships/notesSlide"/><Relationship Id="rId37" Target="notesSlides/notesSlide14.xml" Type="http://schemas.openxmlformats.org/officeDocument/2006/relationships/notesSlide"/><Relationship Id="rId38" Target="notesSlides/notesSlide15.xml" Type="http://schemas.openxmlformats.org/officeDocument/2006/relationships/notesSlide"/><Relationship Id="rId4" Target="slideMasters/slideMaster1.xml" Type="http://schemas.openxmlformats.org/officeDocument/2006/relationships/slideMaster"/><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Hello everyone! Welcome to our English class. Today, we're going to learn a very useful topic: how to describe people. We'll talk about their appearance, like what they look like, and their personality, like what they are like. Let's get started!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Let's start with a fun game. Look at the clues on the left. Can you guess who it is? Yes, you're right, it's Michael Jordan! We figured it out by describing his job, how he looks, and his personality. Today, we'll learn how to do this in English.</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Here are our goals for today. By the end of this lesson, you will be able to use new vocabulary and sentences to describe people. You'll also practice speaking and doing some exercises. Let's work together to achieve these goals!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First, let's learn some words to describe a person's build and height. For example, someone can be tall or short. They can be thin, slim, or heavy. Repeat after me: tall, short, thin, slim...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Next, let's talk about hair. Hair can be long or short, straight, curly, or wavy. It can be blonde, black, or brown. Some people are bald. Look at the pictures and say the words with me.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Now let's look at facial features. We can describe someone's eyes, nose, mouth, or if they wear glasses or have a beard. We can also use words like handsome, beautiful, or good-looking to give a general description.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Now let's talk about personality. First, some positive qualities. If someone is outgoing, they like meeting people. If they are kind, they are nice to others. Let's learn these positive adjectives.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Of course, there are also negative qualities. Someone can be shy, which means they are quiet and nervous around people. Or they can be lazy, which means they don't like to work. Let's practice these words.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Now let's learn how to make sentences. To describe general appearance, we use 'to be'. For example, 'She is tall'. For specific features like hair or eyes, we use 'to have'. For example, 'She has long hair'. We can also combine them, like 'She is a girl with long hair'.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It's very important to know the difference between these two questions. 'What does he look like?' asks about appearance, about how he looks. 'What is he like?' asks about personality, about his character. Let's practice asking and answering these questions.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Let's see these patterns in action. Here is a dialogue between two friends, Amy and Ben. They are talking about a new classmate. Notice how Amy asks about his appearance and then about his personality. Let's read the dialogue together.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Now it's your turn to practice! Here are five sentences with blanks. Choose the correct word from the options. Take a few minutes to complete this exercise. Okay, let's check the answers together.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Let's do a fun group activity. Work with a partner. Choose a famous person and describe them, but don't say their name. Your partner will guess who it is. This is a great way to practice speaking and listening. Let's start!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Let's summarize what we learned today. We learned vocabulary and sentences to describe people's appearance and personality. Remember the difference between the two key questions. For homework, please write a short paragraph describing someone you know. Be ready to share it next time.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That's all for today's lesson. Thank you for your participation! Remember, practice makes perfect. Keep practicing describing people in your daily life. See you next time!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3.xml" Type="http://schemas.openxmlformats.org/officeDocument/2006/relationships/notesSlide"/><Relationship Id="rId2" Target="../media/image11.png" Type="http://schemas.openxmlformats.org/officeDocument/2006/relationships/image"/><Relationship Id="rId3" Target="../media/image1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17.png" Type="http://schemas.openxmlformats.org/officeDocument/2006/relationships/image"/><Relationship Id="rId9" Target="../media/image1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27.png" Type="http://schemas.openxmlformats.org/officeDocument/2006/relationships/image"/><Relationship Id="rId11" Target="../media/image28.svg" Type="http://schemas.openxmlformats.org/officeDocument/2006/relationships/image"/><Relationship Id="rId12" Target="../media/image29.png" Type="http://schemas.openxmlformats.org/officeDocument/2006/relationships/image"/><Relationship Id="rId13" Target="../media/image30.svg" Type="http://schemas.openxmlformats.org/officeDocument/2006/relationships/image"/><Relationship Id="rId14" Target="../media/image31.png" Type="http://schemas.openxmlformats.org/officeDocument/2006/relationships/image"/><Relationship Id="rId15" Target="../media/image32.svg" Type="http://schemas.openxmlformats.org/officeDocument/2006/relationships/image"/><Relationship Id="rId16" Target="../media/image33.png" Type="http://schemas.openxmlformats.org/officeDocument/2006/relationships/image"/><Relationship Id="rId17" Target="../media/image34.svg" Type="http://schemas.openxmlformats.org/officeDocument/2006/relationships/image"/><Relationship Id="rId18" Target="../media/image35.png" Type="http://schemas.openxmlformats.org/officeDocument/2006/relationships/image"/><Relationship Id="rId19" Target="../media/image36.svg" Type="http://schemas.openxmlformats.org/officeDocument/2006/relationships/image"/><Relationship Id="rId2" Target="../media/image19.png" Type="http://schemas.openxmlformats.org/officeDocument/2006/relationships/image"/><Relationship Id="rId20" Target="../notesSlides/notesSlide4.xml" Type="http://schemas.openxmlformats.org/officeDocument/2006/relationships/notesSlide"/><Relationship Id="rId3" Target="../media/image20.sv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 Id="rId6" Target="../media/image23.png" Type="http://schemas.openxmlformats.org/officeDocument/2006/relationships/image"/><Relationship Id="rId7" Target="../media/image24.svg" Type="http://schemas.openxmlformats.org/officeDocument/2006/relationships/image"/><Relationship Id="rId8" Target="../media/image25.png" Type="http://schemas.openxmlformats.org/officeDocument/2006/relationships/image"/><Relationship Id="rId9" Target="../media/image2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43.png" Type="http://schemas.openxmlformats.org/officeDocument/2006/relationships/image"/><Relationship Id="rId11" Target="../media/image44.svg" Type="http://schemas.openxmlformats.org/officeDocument/2006/relationships/image"/><Relationship Id="rId12" Target="../media/image45.png" Type="http://schemas.openxmlformats.org/officeDocument/2006/relationships/image"/><Relationship Id="rId13" Target="../media/image46.svg" Type="http://schemas.openxmlformats.org/officeDocument/2006/relationships/image"/><Relationship Id="rId14" Target="../media/image47.png" Type="http://schemas.openxmlformats.org/officeDocument/2006/relationships/image"/><Relationship Id="rId15" Target="../media/image48.svg" Type="http://schemas.openxmlformats.org/officeDocument/2006/relationships/image"/><Relationship Id="rId16" Target="../media/image49.png" Type="http://schemas.openxmlformats.org/officeDocument/2006/relationships/image"/><Relationship Id="rId17" Target="../media/image50.svg" Type="http://schemas.openxmlformats.org/officeDocument/2006/relationships/image"/><Relationship Id="rId18" Target="../media/image51.png" Type="http://schemas.openxmlformats.org/officeDocument/2006/relationships/image"/><Relationship Id="rId19" Target="../media/image52.svg" Type="http://schemas.openxmlformats.org/officeDocument/2006/relationships/image"/><Relationship Id="rId2" Target="../media/image37.png" Type="http://schemas.openxmlformats.org/officeDocument/2006/relationships/image"/><Relationship Id="rId20" Target="../notesSlides/notesSlide5.xml" Type="http://schemas.openxmlformats.org/officeDocument/2006/relationships/notesSlide"/><Relationship Id="rId3" Target="../media/image38.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9.png" Type="http://schemas.openxmlformats.org/officeDocument/2006/relationships/image"/><Relationship Id="rId7" Target="../media/image40.svg" Type="http://schemas.openxmlformats.org/officeDocument/2006/relationships/image"/><Relationship Id="rId8" Target="../media/image41.png" Type="http://schemas.openxmlformats.org/officeDocument/2006/relationships/image"/><Relationship Id="rId9" Target="../media/image4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png" Type="http://schemas.openxmlformats.org/officeDocument/2006/relationships/image"/><Relationship Id="rId11" Target="../media/image2.svg" Type="http://schemas.openxmlformats.org/officeDocument/2006/relationships/image"/><Relationship Id="rId12" Target="../media/image61.png" Type="http://schemas.openxmlformats.org/officeDocument/2006/relationships/image"/><Relationship Id="rId13" Target="../media/image62.svg" Type="http://schemas.openxmlformats.org/officeDocument/2006/relationships/image"/><Relationship Id="rId14" Target="../media/image63.png" Type="http://schemas.openxmlformats.org/officeDocument/2006/relationships/image"/><Relationship Id="rId15" Target="../media/image64.svg" Type="http://schemas.openxmlformats.org/officeDocument/2006/relationships/image"/><Relationship Id="rId16" Target="../media/image65.png" Type="http://schemas.openxmlformats.org/officeDocument/2006/relationships/image"/><Relationship Id="rId17" Target="../media/image66.svg" Type="http://schemas.openxmlformats.org/officeDocument/2006/relationships/image"/><Relationship Id="rId18" Target="../media/image67.png" Type="http://schemas.openxmlformats.org/officeDocument/2006/relationships/image"/><Relationship Id="rId19" Target="../media/image68.svg" Type="http://schemas.openxmlformats.org/officeDocument/2006/relationships/image"/><Relationship Id="rId2" Target="../media/image53.png" Type="http://schemas.openxmlformats.org/officeDocument/2006/relationships/image"/><Relationship Id="rId20" Target="../notesSlides/notesSlide6.xml" Type="http://schemas.openxmlformats.org/officeDocument/2006/relationships/notesSlide"/><Relationship Id="rId3" Target="../media/image54.svg" Type="http://schemas.openxmlformats.org/officeDocument/2006/relationships/image"/><Relationship Id="rId4" Target="../media/image55.png" Type="http://schemas.openxmlformats.org/officeDocument/2006/relationships/image"/><Relationship Id="rId5" Target="../media/image56.svg" Type="http://schemas.openxmlformats.org/officeDocument/2006/relationships/image"/><Relationship Id="rId6" Target="../media/image57.png" Type="http://schemas.openxmlformats.org/officeDocument/2006/relationships/image"/><Relationship Id="rId7" Target="../media/image58.svg" Type="http://schemas.openxmlformats.org/officeDocument/2006/relationships/image"/><Relationship Id="rId8" Target="../media/image59.png" Type="http://schemas.openxmlformats.org/officeDocument/2006/relationships/image"/><Relationship Id="rId9" Target="../media/image60.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77.png" Type="http://schemas.openxmlformats.org/officeDocument/2006/relationships/image"/><Relationship Id="rId11" Target="../media/image78.svg" Type="http://schemas.openxmlformats.org/officeDocument/2006/relationships/image"/><Relationship Id="rId12" Target="../media/image79.png" Type="http://schemas.openxmlformats.org/officeDocument/2006/relationships/image"/><Relationship Id="rId13" Target="../media/image80.svg" Type="http://schemas.openxmlformats.org/officeDocument/2006/relationships/image"/><Relationship Id="rId14" Target="../media/image81.png" Type="http://schemas.openxmlformats.org/officeDocument/2006/relationships/image"/><Relationship Id="rId15" Target="../media/image82.svg" Type="http://schemas.openxmlformats.org/officeDocument/2006/relationships/image"/><Relationship Id="rId16" Target="../media/image83.png" Type="http://schemas.openxmlformats.org/officeDocument/2006/relationships/image"/><Relationship Id="rId17" Target="../media/image84.svg" Type="http://schemas.openxmlformats.org/officeDocument/2006/relationships/image"/><Relationship Id="rId18" Target="../notesSlides/notesSlide7.xml" Type="http://schemas.openxmlformats.org/officeDocument/2006/relationships/notesSlide"/><Relationship Id="rId2" Target="../media/image69.png" Type="http://schemas.openxmlformats.org/officeDocument/2006/relationships/image"/><Relationship Id="rId3" Target="../media/image70.svg" Type="http://schemas.openxmlformats.org/officeDocument/2006/relationships/image"/><Relationship Id="rId4" Target="../media/image71.png" Type="http://schemas.openxmlformats.org/officeDocument/2006/relationships/image"/><Relationship Id="rId5" Target="../media/image72.svg" Type="http://schemas.openxmlformats.org/officeDocument/2006/relationships/image"/><Relationship Id="rId6" Target="../media/image73.png" Type="http://schemas.openxmlformats.org/officeDocument/2006/relationships/image"/><Relationship Id="rId7" Target="../media/image74.svg" Type="http://schemas.openxmlformats.org/officeDocument/2006/relationships/image"/><Relationship Id="rId8" Target="../media/image75.png" Type="http://schemas.openxmlformats.org/officeDocument/2006/relationships/image"/><Relationship Id="rId9" Target="../media/image76.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93.png" Type="http://schemas.openxmlformats.org/officeDocument/2006/relationships/image"/><Relationship Id="rId11" Target="../media/image94.svg" Type="http://schemas.openxmlformats.org/officeDocument/2006/relationships/image"/><Relationship Id="rId12" Target="../media/image95.png" Type="http://schemas.openxmlformats.org/officeDocument/2006/relationships/image"/><Relationship Id="rId13" Target="../media/image96.svg" Type="http://schemas.openxmlformats.org/officeDocument/2006/relationships/image"/><Relationship Id="rId14" Target="../media/image97.png" Type="http://schemas.openxmlformats.org/officeDocument/2006/relationships/image"/><Relationship Id="rId15" Target="../media/image98.svg" Type="http://schemas.openxmlformats.org/officeDocument/2006/relationships/image"/><Relationship Id="rId16" Target="../notesSlides/notesSlide8.xml" Type="http://schemas.openxmlformats.org/officeDocument/2006/relationships/notesSlide"/><Relationship Id="rId2" Target="../media/image85.png" Type="http://schemas.openxmlformats.org/officeDocument/2006/relationships/image"/><Relationship Id="rId3" Target="../media/image86.svg" Type="http://schemas.openxmlformats.org/officeDocument/2006/relationships/image"/><Relationship Id="rId4" Target="../media/image87.png" Type="http://schemas.openxmlformats.org/officeDocument/2006/relationships/image"/><Relationship Id="rId5" Target="../media/image88.svg" Type="http://schemas.openxmlformats.org/officeDocument/2006/relationships/image"/><Relationship Id="rId6" Target="../media/image89.png" Type="http://schemas.openxmlformats.org/officeDocument/2006/relationships/image"/><Relationship Id="rId7" Target="../media/image90.svg" Type="http://schemas.openxmlformats.org/officeDocument/2006/relationships/image"/><Relationship Id="rId8" Target="../media/image91.png" Type="http://schemas.openxmlformats.org/officeDocument/2006/relationships/image"/><Relationship Id="rId9" Target="../media/image9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99.png" Type="http://schemas.openxmlformats.org/officeDocument/2006/relationships/image"/><Relationship Id="rId5" Target="../media/image100.svg" Type="http://schemas.openxmlformats.org/officeDocument/2006/relationships/image"/><Relationship Id="rId6" Target="../media/image101.png" Type="http://schemas.openxmlformats.org/officeDocument/2006/relationships/image"/><Relationship Id="rId7" Target="../media/image102.svg" Type="http://schemas.openxmlformats.org/officeDocument/2006/relationships/image"/><Relationship Id="rId8"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03.png" Type="http://schemas.openxmlformats.org/officeDocument/2006/relationships/image"/><Relationship Id="rId3" Target="../media/image104.svg" Type="http://schemas.openxmlformats.org/officeDocument/2006/relationships/image"/><Relationship Id="rId4" Target="../media/image105.png" Type="http://schemas.openxmlformats.org/officeDocument/2006/relationships/image"/><Relationship Id="rId5" Target="../media/image106.svg" Type="http://schemas.openxmlformats.org/officeDocument/2006/relationships/image"/><Relationship Id="rId6" Target="../media/image107.png" Type="http://schemas.openxmlformats.org/officeDocument/2006/relationships/image"/><Relationship Id="rId7" Target="../media/image108.svg" Type="http://schemas.openxmlformats.org/officeDocument/2006/relationships/image"/><Relationship Id="rId8"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09.png" Type="http://schemas.openxmlformats.org/officeDocument/2006/relationships/image"/><Relationship Id="rId3" Target="../media/image110.svg" Type="http://schemas.openxmlformats.org/officeDocument/2006/relationships/image"/><Relationship Id="rId4" Target="../media/image27.png" Type="http://schemas.openxmlformats.org/officeDocument/2006/relationships/image"/><Relationship Id="rId5" Target="../media/image28.svg" Type="http://schemas.openxmlformats.org/officeDocument/2006/relationships/image"/><Relationship Id="rId6" Target="../media/image111.png" Type="http://schemas.openxmlformats.org/officeDocument/2006/relationships/image"/><Relationship Id="rId7" Target="../media/image112.svg" Type="http://schemas.openxmlformats.org/officeDocument/2006/relationships/image"/><Relationship Id="rId8"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13.png" Type="http://schemas.openxmlformats.org/officeDocument/2006/relationships/image"/><Relationship Id="rId3" Target="../media/image114.svg" Type="http://schemas.openxmlformats.org/officeDocument/2006/relationships/image"/><Relationship Id="rId4" Target="../media/image115.png" Type="http://schemas.openxmlformats.org/officeDocument/2006/relationships/image"/><Relationship Id="rId5" Target="../media/image116.svg" Type="http://schemas.openxmlformats.org/officeDocument/2006/relationships/image"/><Relationship Id="rId6"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17.png" Type="http://schemas.openxmlformats.org/officeDocument/2006/relationships/image"/><Relationship Id="rId3" Target="../media/image118.svg" Type="http://schemas.openxmlformats.org/officeDocument/2006/relationships/image"/><Relationship Id="rId4" Target="../media/image119.png" Type="http://schemas.openxmlformats.org/officeDocument/2006/relationships/image"/><Relationship Id="rId5" Target="../media/image120.svg" Type="http://schemas.openxmlformats.org/officeDocument/2006/relationships/image"/><Relationship Id="rId6"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21.png" Type="http://schemas.openxmlformats.org/officeDocument/2006/relationships/image"/><Relationship Id="rId3" Target="../media/image122.svg" Type="http://schemas.openxmlformats.org/officeDocument/2006/relationships/image"/><Relationship Id="rId4" Target="../notesSlides/notesSlide15.xml" Type="http://schemas.openxmlformats.org/officeDocument/2006/relationships/notesSlide"/><Relationship Id="rId5" Target="../media/image12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1397000"/>
            <a:ext cx="12192000" cy="1143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800">
                <a:solidFill>
                  <a:srgbClr val="37474F"/>
                </a:solidFill>
                <a:latin typeface="Poppins"/>
                <a:ea typeface="Poppins"/>
                <a:cs typeface="Poppins"/>
                <a:sym typeface="Poppins"/>
              </a:rPr>
              <a:t>Describing People</a:t>
            </a:r>
            <a:endParaRPr lang="en-US" sz="1100"/>
          </a:p>
        </p:txBody>
      </p:sp>
      <p:sp>
        <p:nvSpPr>
          <p:cNvPr name="AutoShape 3" id="3"/>
          <p:cNvSpPr/>
          <p:nvPr/>
        </p:nvSpPr>
        <p:spPr>
          <a:xfrm rot="0" flipH="false" flipV="false">
            <a:off x="5588000" y="2794000"/>
            <a:ext cx="1016000" cy="76200"/>
          </a:xfrm>
          <a:prstGeom prst="roundRect">
            <a:avLst>
              <a:gd name="adj" fmla="val 50000"/>
            </a:avLst>
          </a:prstGeom>
          <a:solidFill>
            <a:srgbClr val="42A5F5">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2286000" y="4572000"/>
            <a:ext cx="1016000" cy="1016000"/>
          </a:xfrm>
          <a:prstGeom prst="rect">
            <a:avLst/>
          </a:prstGeom>
        </p:spPr>
      </p:pic>
      <p:pic>
        <p:nvPicPr>
          <p:cNvPr name="Picture 5" id="5"/>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8890000" y="4572000"/>
            <a:ext cx="1016000" cy="1016000"/>
          </a:xfrm>
          <a:prstGeom prst="rect">
            <a:avLst/>
          </a:prstGeom>
        </p:spPr>
      </p:pic>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5F5F5">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1651000"/>
            <a:ext cx="5207000" cy="4572000"/>
          </a:xfrm>
          <a:prstGeom prst="roundRect">
            <a:avLst>
              <a:gd name="adj" fmla="val 3333"/>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3" id="3"/>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143000" y="2032000"/>
            <a:ext cx="457200" cy="457200"/>
          </a:xfrm>
          <a:prstGeom prst="rect">
            <a:avLst/>
          </a:prstGeom>
        </p:spPr>
      </p:pic>
      <p:sp>
        <p:nvSpPr>
          <p:cNvPr name="AutoShape 4" id="4"/>
          <p:cNvSpPr/>
          <p:nvPr/>
        </p:nvSpPr>
        <p:spPr>
          <a:xfrm rot="0" flipH="false" flipV="false">
            <a:off x="6223000" y="1651000"/>
            <a:ext cx="5207000" cy="2032000"/>
          </a:xfrm>
          <a:prstGeom prst="roundRect">
            <a:avLst>
              <a:gd name="adj" fmla="val 7500"/>
            </a:avLst>
          </a:prstGeom>
          <a:solidFill>
            <a:srgbClr val="42A5F5">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477000" y="1968500"/>
            <a:ext cx="609600" cy="609600"/>
          </a:xfrm>
          <a:prstGeom prst="rect">
            <a:avLst/>
          </a:prstGeom>
        </p:spPr>
      </p:pic>
      <p:sp>
        <p:nvSpPr>
          <p:cNvPr name="AutoShape 6" id="6"/>
          <p:cNvSpPr/>
          <p:nvPr/>
        </p:nvSpPr>
        <p:spPr>
          <a:xfrm rot="0" flipH="false" flipV="false">
            <a:off x="6223000" y="3937000"/>
            <a:ext cx="5207000" cy="2286000"/>
          </a:xfrm>
          <a:prstGeom prst="roundRect">
            <a:avLst>
              <a:gd name="adj" fmla="val 6666"/>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477000" y="4191000"/>
            <a:ext cx="406400" cy="406400"/>
          </a:xfrm>
          <a:prstGeom prst="rect">
            <a:avLst/>
          </a:prstGeom>
        </p:spPr>
      </p:pic>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1905000"/>
            <a:ext cx="5207000" cy="2159000"/>
          </a:xfrm>
          <a:prstGeom prst="roundRect">
            <a:avLst>
              <a:gd name="adj" fmla="val 7058"/>
            </a:avLst>
          </a:prstGeom>
          <a:solidFill>
            <a:srgbClr val="F1F8FF">
              <a:alpha val="100000"/>
            </a:srgbClr>
          </a:solidFill>
          <a:ln w="12700" cmpd="sng" cap="flat">
            <a:solidFill>
              <a:srgbClr val="BBDEFB">
                <a:alpha val="100000"/>
              </a:srgbClr>
            </a:solidFill>
            <a:prstDash val="solid"/>
            <a:round/>
          </a:ln>
        </p:spPr>
        <p:txBody>
          <a:bodyPr anchor="ctr" rtlCol="false" vert="horz" wrap="square" lIns="63500" rIns="63500" tIns="63500" bIns="63500"/>
          <a:lstStyle/>
          <a:p>
            <a:pPr algn="ctr">
              <a:defRPr/>
            </a:pPr>
            <a:endParaRPr/>
          </a:p>
        </p:txBody>
      </p:sp>
      <p:pic>
        <p:nvPicPr>
          <p:cNvPr name="Picture 3" id="3"/>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425700"/>
            <a:ext cx="863600" cy="863600"/>
          </a:xfrm>
          <a:prstGeom prst="rect">
            <a:avLst/>
          </a:prstGeom>
        </p:spPr>
      </p:pic>
      <p:sp>
        <p:nvSpPr>
          <p:cNvPr name="AutoShape 4" id="4"/>
          <p:cNvSpPr/>
          <p:nvPr/>
        </p:nvSpPr>
        <p:spPr>
          <a:xfrm rot="0" flipH="false" flipV="false">
            <a:off x="6223000" y="1905000"/>
            <a:ext cx="5207000" cy="2159000"/>
          </a:xfrm>
          <a:prstGeom prst="roundRect">
            <a:avLst>
              <a:gd name="adj" fmla="val 7058"/>
            </a:avLst>
          </a:prstGeom>
          <a:solidFill>
            <a:srgbClr val="F0FFF4">
              <a:alpha val="100000"/>
            </a:srgbClr>
          </a:solidFill>
          <a:ln w="12700" cmpd="sng" cap="flat">
            <a:solidFill>
              <a:srgbClr val="A5D6A7">
                <a:alpha val="10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477000" y="2425700"/>
            <a:ext cx="863600" cy="863600"/>
          </a:xfrm>
          <a:prstGeom prst="rect">
            <a:avLst/>
          </a:prstGeom>
        </p:spPr>
      </p:pic>
      <p:sp>
        <p:nvSpPr>
          <p:cNvPr name="AutoShape 6" id="6"/>
          <p:cNvSpPr/>
          <p:nvPr/>
        </p:nvSpPr>
        <p:spPr>
          <a:xfrm rot="0" flipH="false" flipV="false">
            <a:off x="762000" y="4318000"/>
            <a:ext cx="5207000" cy="2159000"/>
          </a:xfrm>
          <a:prstGeom prst="roundRect">
            <a:avLst>
              <a:gd name="adj" fmla="val 7058"/>
            </a:avLst>
          </a:prstGeom>
          <a:solidFill>
            <a:srgbClr val="FFF8E1">
              <a:alpha val="100000"/>
            </a:srgbClr>
          </a:solidFill>
          <a:ln w="12700" cmpd="sng" cap="flat">
            <a:solidFill>
              <a:srgbClr val="FFECB3">
                <a:alpha val="100000"/>
              </a:srgbClr>
            </a:solid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016000" y="4838700"/>
            <a:ext cx="863600" cy="863600"/>
          </a:xfrm>
          <a:prstGeom prst="rect">
            <a:avLst/>
          </a:prstGeom>
        </p:spPr>
      </p:pic>
      <p:sp>
        <p:nvSpPr>
          <p:cNvPr name="AutoShape 8" id="8"/>
          <p:cNvSpPr/>
          <p:nvPr/>
        </p:nvSpPr>
        <p:spPr>
          <a:xfrm rot="0" flipH="false" flipV="false">
            <a:off x="6223000" y="4318000"/>
            <a:ext cx="5207000" cy="2159000"/>
          </a:xfrm>
          <a:prstGeom prst="roundRect">
            <a:avLst>
              <a:gd name="adj" fmla="val 7058"/>
            </a:avLst>
          </a:prstGeom>
          <a:solidFill>
            <a:srgbClr val="FFEBEE">
              <a:alpha val="100000"/>
            </a:srgbClr>
          </a:solidFill>
          <a:ln w="12700" cmpd="sng" cap="flat">
            <a:solidFill>
              <a:srgbClr val="FFCDD2">
                <a:alpha val="10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477000" y="4838700"/>
            <a:ext cx="863600" cy="863600"/>
          </a:xfrm>
          <a:prstGeom prst="rect">
            <a:avLst/>
          </a:prstGeom>
        </p:spPr>
      </p:pic>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5F5F5">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1651000"/>
            <a:ext cx="3302000" cy="1524000"/>
          </a:xfrm>
          <a:prstGeom prst="roundRect">
            <a:avLst>
              <a:gd name="adj" fmla="val 10000"/>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651000"/>
            <a:ext cx="889000" cy="1524000"/>
          </a:xfrm>
          <a:prstGeom prst="roundRect">
            <a:avLst>
              <a:gd name="adj" fmla="val 17142"/>
            </a:avLst>
          </a:prstGeom>
          <a:solidFill>
            <a:srgbClr val="42A5F5">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952500" y="2032000"/>
            <a:ext cx="508000" cy="508000"/>
          </a:xfrm>
          <a:prstGeom prst="rect">
            <a:avLst/>
          </a:prstGeom>
        </p:spPr>
      </p:pic>
      <p:sp>
        <p:nvSpPr>
          <p:cNvPr name="AutoShape 5" id="5"/>
          <p:cNvSpPr/>
          <p:nvPr/>
        </p:nvSpPr>
        <p:spPr>
          <a:xfrm rot="0" flipH="false" flipV="false">
            <a:off x="4445000" y="1651000"/>
            <a:ext cx="3302000" cy="1524000"/>
          </a:xfrm>
          <a:prstGeom prst="roundRect">
            <a:avLst>
              <a:gd name="adj" fmla="val 10000"/>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6" id="6"/>
          <p:cNvSpPr/>
          <p:nvPr/>
        </p:nvSpPr>
        <p:spPr>
          <a:xfrm rot="0" flipH="false" flipV="false">
            <a:off x="4445000" y="1651000"/>
            <a:ext cx="889000" cy="1524000"/>
          </a:xfrm>
          <a:prstGeom prst="roundRect">
            <a:avLst>
              <a:gd name="adj" fmla="val 17142"/>
            </a:avLst>
          </a:prstGeom>
          <a:solidFill>
            <a:srgbClr val="42A5F5">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635500" y="2032000"/>
            <a:ext cx="508000" cy="508000"/>
          </a:xfrm>
          <a:prstGeom prst="rect">
            <a:avLst/>
          </a:prstGeom>
        </p:spPr>
      </p:pic>
      <p:sp>
        <p:nvSpPr>
          <p:cNvPr name="AutoShape 8" id="8"/>
          <p:cNvSpPr/>
          <p:nvPr/>
        </p:nvSpPr>
        <p:spPr>
          <a:xfrm rot="0" flipH="false" flipV="false">
            <a:off x="8128000" y="1651000"/>
            <a:ext cx="3302000" cy="1524000"/>
          </a:xfrm>
          <a:prstGeom prst="roundRect">
            <a:avLst>
              <a:gd name="adj" fmla="val 10000"/>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9" id="9"/>
          <p:cNvSpPr/>
          <p:nvPr/>
        </p:nvSpPr>
        <p:spPr>
          <a:xfrm rot="0" flipH="false" flipV="false">
            <a:off x="8128000" y="1651000"/>
            <a:ext cx="889000" cy="1524000"/>
          </a:xfrm>
          <a:prstGeom prst="roundRect">
            <a:avLst>
              <a:gd name="adj" fmla="val 17142"/>
            </a:avLst>
          </a:prstGeom>
          <a:solidFill>
            <a:srgbClr val="42A5F5">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318500" y="2032000"/>
            <a:ext cx="508000" cy="508000"/>
          </a:xfrm>
          <a:prstGeom prst="rect">
            <a:avLst/>
          </a:prstGeom>
        </p:spPr>
      </p:pic>
      <p:sp>
        <p:nvSpPr>
          <p:cNvPr name="AutoShape 11" id="11"/>
          <p:cNvSpPr/>
          <p:nvPr/>
        </p:nvSpPr>
        <p:spPr>
          <a:xfrm rot="0" flipH="false" flipV="false">
            <a:off x="762000" y="3429000"/>
            <a:ext cx="3302000" cy="1524000"/>
          </a:xfrm>
          <a:prstGeom prst="roundRect">
            <a:avLst>
              <a:gd name="adj" fmla="val 10000"/>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762000" y="3429000"/>
            <a:ext cx="889000" cy="1524000"/>
          </a:xfrm>
          <a:prstGeom prst="roundRect">
            <a:avLst>
              <a:gd name="adj" fmla="val 17142"/>
            </a:avLst>
          </a:prstGeom>
          <a:solidFill>
            <a:srgbClr val="42A5F5">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952500" y="3810000"/>
            <a:ext cx="508000" cy="508000"/>
          </a:xfrm>
          <a:prstGeom prst="rect">
            <a:avLst/>
          </a:prstGeom>
        </p:spPr>
      </p:pic>
      <p:sp>
        <p:nvSpPr>
          <p:cNvPr name="AutoShape 14" id="14"/>
          <p:cNvSpPr/>
          <p:nvPr/>
        </p:nvSpPr>
        <p:spPr>
          <a:xfrm rot="0" flipH="false" flipV="false">
            <a:off x="4445000" y="3429000"/>
            <a:ext cx="3302000" cy="1524000"/>
          </a:xfrm>
          <a:prstGeom prst="roundRect">
            <a:avLst>
              <a:gd name="adj" fmla="val 10000"/>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4445000" y="3429000"/>
            <a:ext cx="889000" cy="1524000"/>
          </a:xfrm>
          <a:prstGeom prst="roundRect">
            <a:avLst>
              <a:gd name="adj" fmla="val 17142"/>
            </a:avLst>
          </a:prstGeom>
          <a:solidFill>
            <a:srgbClr val="42A5F5">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4635500" y="3810000"/>
            <a:ext cx="508000" cy="508000"/>
          </a:xfrm>
          <a:prstGeom prst="rect">
            <a:avLst/>
          </a:prstGeom>
        </p:spPr>
      </p:pic>
      <p:sp>
        <p:nvSpPr>
          <p:cNvPr name="AutoShape 17" id="17"/>
          <p:cNvSpPr/>
          <p:nvPr/>
        </p:nvSpPr>
        <p:spPr>
          <a:xfrm rot="0" flipH="false" flipV="false">
            <a:off x="8128000" y="3429000"/>
            <a:ext cx="3302000" cy="1524000"/>
          </a:xfrm>
          <a:prstGeom prst="roundRect">
            <a:avLst>
              <a:gd name="adj" fmla="val 10000"/>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8128000" y="3429000"/>
            <a:ext cx="889000" cy="1524000"/>
          </a:xfrm>
          <a:prstGeom prst="roundRect">
            <a:avLst>
              <a:gd name="adj" fmla="val 17142"/>
            </a:avLst>
          </a:prstGeom>
          <a:solidFill>
            <a:srgbClr val="42A5F5">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8318500" y="3810000"/>
            <a:ext cx="508000" cy="508000"/>
          </a:xfrm>
          <a:prstGeom prst="rect">
            <a:avLst/>
          </a:prstGeom>
        </p:spPr>
      </p:pic>
      <p:sp>
        <p:nvSpPr>
          <p:cNvPr name="AutoShape 20" id="20"/>
          <p:cNvSpPr/>
          <p:nvPr/>
        </p:nvSpPr>
        <p:spPr>
          <a:xfrm rot="0" flipH="false" flipV="false">
            <a:off x="762000" y="5080000"/>
            <a:ext cx="3302000" cy="1524000"/>
          </a:xfrm>
          <a:prstGeom prst="roundRect">
            <a:avLst>
              <a:gd name="adj" fmla="val 10000"/>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762000" y="5080000"/>
            <a:ext cx="889000" cy="1524000"/>
          </a:xfrm>
          <a:prstGeom prst="roundRect">
            <a:avLst>
              <a:gd name="adj" fmla="val 17142"/>
            </a:avLst>
          </a:prstGeom>
          <a:solidFill>
            <a:srgbClr val="42A5F5">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2" id="22"/>
          <p:cNvPicPr>
            <a:picLocks noChangeAspect="true"/>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rot="0" flipH="false" flipV="false">
            <a:off x="952500" y="5461000"/>
            <a:ext cx="508000" cy="508000"/>
          </a:xfrm>
          <a:prstGeom prst="rect">
            <a:avLst/>
          </a:prstGeom>
        </p:spPr>
      </p:pic>
      <p:sp>
        <p:nvSpPr>
          <p:cNvPr name="AutoShape 23" id="23"/>
          <p:cNvSpPr/>
          <p:nvPr/>
        </p:nvSpPr>
        <p:spPr>
          <a:xfrm rot="0" flipH="false" flipV="false">
            <a:off x="4445000" y="5080000"/>
            <a:ext cx="3302000" cy="1524000"/>
          </a:xfrm>
          <a:prstGeom prst="roundRect">
            <a:avLst>
              <a:gd name="adj" fmla="val 10000"/>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4445000" y="5080000"/>
            <a:ext cx="889000" cy="1524000"/>
          </a:xfrm>
          <a:prstGeom prst="roundRect">
            <a:avLst>
              <a:gd name="adj" fmla="val 17142"/>
            </a:avLst>
          </a:prstGeom>
          <a:solidFill>
            <a:srgbClr val="42A5F5">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5" id="25"/>
          <p:cNvPicPr>
            <a:picLocks noChangeAspect="true"/>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rot="0" flipH="false" flipV="false">
            <a:off x="4635500" y="5461000"/>
            <a:ext cx="508000" cy="508000"/>
          </a:xfrm>
          <a:prstGeom prst="rect">
            <a:avLst/>
          </a:prstGeom>
        </p:spPr>
      </p:pic>
      <p:sp>
        <p:nvSpPr>
          <p:cNvPr name="AutoShape 26" id="26"/>
          <p:cNvSpPr/>
          <p:nvPr/>
        </p:nvSpPr>
        <p:spPr>
          <a:xfrm rot="0" flipH="false" flipV="false">
            <a:off x="8128000" y="5080000"/>
            <a:ext cx="3302000" cy="1524000"/>
          </a:xfrm>
          <a:prstGeom prst="roundRect">
            <a:avLst>
              <a:gd name="adj" fmla="val 10000"/>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27" id="27"/>
          <p:cNvSpPr/>
          <p:nvPr/>
        </p:nvSpPr>
        <p:spPr>
          <a:xfrm rot="0" flipH="false" flipV="false">
            <a:off x="8128000" y="5080000"/>
            <a:ext cx="889000" cy="1524000"/>
          </a:xfrm>
          <a:prstGeom prst="roundRect">
            <a:avLst>
              <a:gd name="adj" fmla="val 17142"/>
            </a:avLst>
          </a:prstGeom>
          <a:solidFill>
            <a:srgbClr val="42A5F5">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8" id="28"/>
          <p:cNvPicPr>
            <a:picLocks noChangeAspect="true"/>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rot="0" flipH="false" flipV="false">
            <a:off x="8318500" y="5461000"/>
            <a:ext cx="508000" cy="508000"/>
          </a:xfrm>
          <a:prstGeom prst="rect">
            <a:avLst/>
          </a:prstGeom>
        </p:spPr>
      </p:pic>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5F5F5">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1524000"/>
            <a:ext cx="3302000" cy="1651000"/>
          </a:xfrm>
          <a:prstGeom prst="roundRect">
            <a:avLst>
              <a:gd name="adj" fmla="val 9230"/>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3" id="3"/>
          <p:cNvSpPr/>
          <p:nvPr/>
        </p:nvSpPr>
        <p:spPr>
          <a:xfrm rot="0" flipH="false" flipV="false">
            <a:off x="952500" y="1841500"/>
            <a:ext cx="762000" cy="762000"/>
          </a:xfrm>
          <a:prstGeom prst="ellipse">
            <a:avLst/>
          </a:prstGeom>
          <a:solidFill>
            <a:srgbClr val="E3F2FD">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104900" y="1993900"/>
            <a:ext cx="457200" cy="457200"/>
          </a:xfrm>
          <a:prstGeom prst="rect">
            <a:avLst/>
          </a:prstGeom>
        </p:spPr>
      </p:pic>
      <p:sp>
        <p:nvSpPr>
          <p:cNvPr name="AutoShape 5" id="5"/>
          <p:cNvSpPr/>
          <p:nvPr/>
        </p:nvSpPr>
        <p:spPr>
          <a:xfrm rot="0" flipH="false" flipV="false">
            <a:off x="4445000" y="1524000"/>
            <a:ext cx="3302000" cy="1651000"/>
          </a:xfrm>
          <a:prstGeom prst="roundRect">
            <a:avLst>
              <a:gd name="adj" fmla="val 9230"/>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6" id="6"/>
          <p:cNvSpPr/>
          <p:nvPr/>
        </p:nvSpPr>
        <p:spPr>
          <a:xfrm rot="0" flipH="false" flipV="false">
            <a:off x="4635500" y="1841500"/>
            <a:ext cx="762000" cy="762000"/>
          </a:xfrm>
          <a:prstGeom prst="ellipse">
            <a:avLst/>
          </a:prstGeom>
          <a:solidFill>
            <a:srgbClr val="E3F2FD">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787900" y="1993900"/>
            <a:ext cx="457200" cy="457200"/>
          </a:xfrm>
          <a:prstGeom prst="rect">
            <a:avLst/>
          </a:prstGeom>
        </p:spPr>
      </p:pic>
      <p:sp>
        <p:nvSpPr>
          <p:cNvPr name="AutoShape 8" id="8"/>
          <p:cNvSpPr/>
          <p:nvPr/>
        </p:nvSpPr>
        <p:spPr>
          <a:xfrm rot="0" flipH="false" flipV="false">
            <a:off x="8128000" y="1524000"/>
            <a:ext cx="3302000" cy="1651000"/>
          </a:xfrm>
          <a:prstGeom prst="roundRect">
            <a:avLst>
              <a:gd name="adj" fmla="val 9230"/>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9" id="9"/>
          <p:cNvSpPr/>
          <p:nvPr/>
        </p:nvSpPr>
        <p:spPr>
          <a:xfrm rot="0" flipH="false" flipV="false">
            <a:off x="8318500" y="1841500"/>
            <a:ext cx="762000" cy="762000"/>
          </a:xfrm>
          <a:prstGeom prst="ellipse">
            <a:avLst/>
          </a:prstGeom>
          <a:solidFill>
            <a:srgbClr val="E3F2FD">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470900" y="1993900"/>
            <a:ext cx="457200" cy="457200"/>
          </a:xfrm>
          <a:prstGeom prst="rect">
            <a:avLst/>
          </a:prstGeom>
        </p:spPr>
      </p:pic>
      <p:sp>
        <p:nvSpPr>
          <p:cNvPr name="AutoShape 11" id="11"/>
          <p:cNvSpPr/>
          <p:nvPr/>
        </p:nvSpPr>
        <p:spPr>
          <a:xfrm rot="0" flipH="false" flipV="false">
            <a:off x="762000" y="3429000"/>
            <a:ext cx="3302000" cy="1651000"/>
          </a:xfrm>
          <a:prstGeom prst="roundRect">
            <a:avLst>
              <a:gd name="adj" fmla="val 9230"/>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952500" y="3746500"/>
            <a:ext cx="762000" cy="762000"/>
          </a:xfrm>
          <a:prstGeom prst="ellipse">
            <a:avLst/>
          </a:prstGeom>
          <a:solidFill>
            <a:srgbClr val="FEF2F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1104900" y="3898900"/>
            <a:ext cx="457200" cy="457200"/>
          </a:xfrm>
          <a:prstGeom prst="rect">
            <a:avLst/>
          </a:prstGeom>
        </p:spPr>
      </p:pic>
      <p:sp>
        <p:nvSpPr>
          <p:cNvPr name="AutoShape 14" id="14"/>
          <p:cNvSpPr/>
          <p:nvPr/>
        </p:nvSpPr>
        <p:spPr>
          <a:xfrm rot="0" flipH="false" flipV="false">
            <a:off x="4445000" y="3429000"/>
            <a:ext cx="3302000" cy="1651000"/>
          </a:xfrm>
          <a:prstGeom prst="roundRect">
            <a:avLst>
              <a:gd name="adj" fmla="val 9230"/>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4635500" y="3746500"/>
            <a:ext cx="762000" cy="762000"/>
          </a:xfrm>
          <a:prstGeom prst="ellipse">
            <a:avLst/>
          </a:prstGeom>
          <a:solidFill>
            <a:srgbClr val="E8F5E9">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4787900" y="3898900"/>
            <a:ext cx="457200" cy="457200"/>
          </a:xfrm>
          <a:prstGeom prst="rect">
            <a:avLst/>
          </a:prstGeom>
        </p:spPr>
      </p:pic>
      <p:sp>
        <p:nvSpPr>
          <p:cNvPr name="AutoShape 17" id="17"/>
          <p:cNvSpPr/>
          <p:nvPr/>
        </p:nvSpPr>
        <p:spPr>
          <a:xfrm rot="0" flipH="false" flipV="false">
            <a:off x="8128000" y="3429000"/>
            <a:ext cx="3302000" cy="1651000"/>
          </a:xfrm>
          <a:prstGeom prst="roundRect">
            <a:avLst>
              <a:gd name="adj" fmla="val 9230"/>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8318500" y="3746500"/>
            <a:ext cx="762000" cy="762000"/>
          </a:xfrm>
          <a:prstGeom prst="ellipse">
            <a:avLst/>
          </a:prstGeom>
          <a:solidFill>
            <a:srgbClr val="FFF9C4">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8470900" y="3898900"/>
            <a:ext cx="457200" cy="457200"/>
          </a:xfrm>
          <a:prstGeom prst="rect">
            <a:avLst/>
          </a:prstGeom>
        </p:spPr>
      </p:pic>
      <p:sp>
        <p:nvSpPr>
          <p:cNvPr name="AutoShape 20" id="20"/>
          <p:cNvSpPr/>
          <p:nvPr/>
        </p:nvSpPr>
        <p:spPr>
          <a:xfrm rot="0" flipH="false" flipV="false">
            <a:off x="762000" y="5080000"/>
            <a:ext cx="3302000" cy="1651000"/>
          </a:xfrm>
          <a:prstGeom prst="roundRect">
            <a:avLst>
              <a:gd name="adj" fmla="val 9230"/>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952500" y="5397500"/>
            <a:ext cx="762000" cy="762000"/>
          </a:xfrm>
          <a:prstGeom prst="ellipse">
            <a:avLst/>
          </a:prstGeom>
          <a:solidFill>
            <a:srgbClr val="FFECB3">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2" id="22"/>
          <p:cNvPicPr>
            <a:picLocks noChangeAspect="true"/>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rot="0" flipH="false" flipV="false">
            <a:off x="1104900" y="5549900"/>
            <a:ext cx="457200" cy="457200"/>
          </a:xfrm>
          <a:prstGeom prst="rect">
            <a:avLst/>
          </a:prstGeom>
        </p:spPr>
      </p:pic>
      <p:sp>
        <p:nvSpPr>
          <p:cNvPr name="AutoShape 23" id="23"/>
          <p:cNvSpPr/>
          <p:nvPr/>
        </p:nvSpPr>
        <p:spPr>
          <a:xfrm rot="0" flipH="false" flipV="false">
            <a:off x="4445000" y="5080000"/>
            <a:ext cx="3302000" cy="1651000"/>
          </a:xfrm>
          <a:prstGeom prst="roundRect">
            <a:avLst>
              <a:gd name="adj" fmla="val 9230"/>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4635500" y="5397500"/>
            <a:ext cx="762000" cy="762000"/>
          </a:xfrm>
          <a:prstGeom prst="ellipse">
            <a:avLst/>
          </a:prstGeom>
          <a:solidFill>
            <a:srgbClr val="ECEFF1">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5" id="25"/>
          <p:cNvPicPr>
            <a:picLocks noChangeAspect="true"/>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rot="0" flipH="false" flipV="false">
            <a:off x="4787900" y="5549900"/>
            <a:ext cx="457200" cy="457200"/>
          </a:xfrm>
          <a:prstGeom prst="rect">
            <a:avLst/>
          </a:prstGeom>
        </p:spPr>
      </p:pic>
      <p:sp>
        <p:nvSpPr>
          <p:cNvPr name="AutoShape 26" id="26"/>
          <p:cNvSpPr/>
          <p:nvPr/>
        </p:nvSpPr>
        <p:spPr>
          <a:xfrm rot="0" flipH="false" flipV="false">
            <a:off x="8128000" y="5080000"/>
            <a:ext cx="3302000" cy="1651000"/>
          </a:xfrm>
          <a:prstGeom prst="roundRect">
            <a:avLst>
              <a:gd name="adj" fmla="val 9230"/>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27" id="27"/>
          <p:cNvSpPr/>
          <p:nvPr/>
        </p:nvSpPr>
        <p:spPr>
          <a:xfrm rot="0" flipH="false" flipV="false">
            <a:off x="8318500" y="5397500"/>
            <a:ext cx="762000" cy="762000"/>
          </a:xfrm>
          <a:prstGeom prst="ellipse">
            <a:avLst/>
          </a:prstGeom>
          <a:solidFill>
            <a:srgbClr val="FFF3E0">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8" id="28"/>
          <p:cNvPicPr>
            <a:picLocks noChangeAspect="true"/>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rot="0" flipH="false" flipV="false">
            <a:off x="8470900" y="5549900"/>
            <a:ext cx="457200" cy="457200"/>
          </a:xfrm>
          <a:prstGeom prst="rect">
            <a:avLst/>
          </a:prstGeom>
        </p:spPr>
      </p:pic>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5F5F5">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1524000"/>
            <a:ext cx="3302000" cy="1587500"/>
          </a:xfrm>
          <a:prstGeom prst="roundRect">
            <a:avLst>
              <a:gd name="adj" fmla="val 9600"/>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524000"/>
            <a:ext cx="76200" cy="1587500"/>
          </a:xfrm>
          <a:prstGeom prst="roundRect">
            <a:avLst>
              <a:gd name="adj" fmla="val 0"/>
            </a:avLst>
          </a:prstGeom>
          <a:solidFill>
            <a:srgbClr val="42A5F5">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41400" y="1841500"/>
            <a:ext cx="609600" cy="609600"/>
          </a:xfrm>
          <a:prstGeom prst="rect">
            <a:avLst/>
          </a:prstGeom>
        </p:spPr>
      </p:pic>
      <p:sp>
        <p:nvSpPr>
          <p:cNvPr name="AutoShape 5" id="5"/>
          <p:cNvSpPr/>
          <p:nvPr/>
        </p:nvSpPr>
        <p:spPr>
          <a:xfrm rot="0" flipH="false" flipV="false">
            <a:off x="4445000" y="1524000"/>
            <a:ext cx="3302000" cy="1587500"/>
          </a:xfrm>
          <a:prstGeom prst="roundRect">
            <a:avLst>
              <a:gd name="adj" fmla="val 9600"/>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6" id="6"/>
          <p:cNvSpPr/>
          <p:nvPr/>
        </p:nvSpPr>
        <p:spPr>
          <a:xfrm rot="0" flipH="false" flipV="false">
            <a:off x="4445000" y="1524000"/>
            <a:ext cx="76200" cy="1587500"/>
          </a:xfrm>
          <a:prstGeom prst="roundRect">
            <a:avLst>
              <a:gd name="adj" fmla="val 0"/>
            </a:avLst>
          </a:prstGeom>
          <a:solidFill>
            <a:srgbClr val="42A5F5">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724400" y="1841500"/>
            <a:ext cx="609600" cy="609600"/>
          </a:xfrm>
          <a:prstGeom prst="rect">
            <a:avLst/>
          </a:prstGeom>
        </p:spPr>
      </p:pic>
      <p:sp>
        <p:nvSpPr>
          <p:cNvPr name="AutoShape 8" id="8"/>
          <p:cNvSpPr/>
          <p:nvPr/>
        </p:nvSpPr>
        <p:spPr>
          <a:xfrm rot="0" flipH="false" flipV="false">
            <a:off x="8128000" y="1524000"/>
            <a:ext cx="3302000" cy="1587500"/>
          </a:xfrm>
          <a:prstGeom prst="roundRect">
            <a:avLst>
              <a:gd name="adj" fmla="val 9600"/>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9" id="9"/>
          <p:cNvSpPr/>
          <p:nvPr/>
        </p:nvSpPr>
        <p:spPr>
          <a:xfrm rot="0" flipH="false" flipV="false">
            <a:off x="8128000" y="1524000"/>
            <a:ext cx="76200" cy="1587500"/>
          </a:xfrm>
          <a:prstGeom prst="roundRect">
            <a:avLst>
              <a:gd name="adj" fmla="val 0"/>
            </a:avLst>
          </a:prstGeom>
          <a:solidFill>
            <a:srgbClr val="42A5F5">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407400" y="1841500"/>
            <a:ext cx="609600" cy="609600"/>
          </a:xfrm>
          <a:prstGeom prst="rect">
            <a:avLst/>
          </a:prstGeom>
        </p:spPr>
      </p:pic>
      <p:sp>
        <p:nvSpPr>
          <p:cNvPr name="AutoShape 11" id="11"/>
          <p:cNvSpPr/>
          <p:nvPr/>
        </p:nvSpPr>
        <p:spPr>
          <a:xfrm rot="0" flipH="false" flipV="false">
            <a:off x="762000" y="3365500"/>
            <a:ext cx="3302000" cy="1587500"/>
          </a:xfrm>
          <a:prstGeom prst="roundRect">
            <a:avLst>
              <a:gd name="adj" fmla="val 9600"/>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762000" y="3365500"/>
            <a:ext cx="76200" cy="1587500"/>
          </a:xfrm>
          <a:prstGeom prst="roundRect">
            <a:avLst>
              <a:gd name="adj" fmla="val 0"/>
            </a:avLst>
          </a:prstGeom>
          <a:solidFill>
            <a:srgbClr val="42A5F5">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1041400" y="3683000"/>
            <a:ext cx="609600" cy="609600"/>
          </a:xfrm>
          <a:prstGeom prst="rect">
            <a:avLst/>
          </a:prstGeom>
        </p:spPr>
      </p:pic>
      <p:sp>
        <p:nvSpPr>
          <p:cNvPr name="AutoShape 14" id="14"/>
          <p:cNvSpPr/>
          <p:nvPr/>
        </p:nvSpPr>
        <p:spPr>
          <a:xfrm rot="0" flipH="false" flipV="false">
            <a:off x="4445000" y="3365500"/>
            <a:ext cx="3302000" cy="1587500"/>
          </a:xfrm>
          <a:prstGeom prst="roundRect">
            <a:avLst>
              <a:gd name="adj" fmla="val 9600"/>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4445000" y="3365500"/>
            <a:ext cx="76200" cy="1587500"/>
          </a:xfrm>
          <a:prstGeom prst="roundRect">
            <a:avLst>
              <a:gd name="adj" fmla="val 0"/>
            </a:avLst>
          </a:prstGeom>
          <a:solidFill>
            <a:srgbClr val="42A5F5">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4724400" y="3683000"/>
            <a:ext cx="609600" cy="609600"/>
          </a:xfrm>
          <a:prstGeom prst="rect">
            <a:avLst/>
          </a:prstGeom>
        </p:spPr>
      </p:pic>
      <p:sp>
        <p:nvSpPr>
          <p:cNvPr name="AutoShape 17" id="17"/>
          <p:cNvSpPr/>
          <p:nvPr/>
        </p:nvSpPr>
        <p:spPr>
          <a:xfrm rot="0" flipH="false" flipV="false">
            <a:off x="8128000" y="3365500"/>
            <a:ext cx="3302000" cy="1587500"/>
          </a:xfrm>
          <a:prstGeom prst="roundRect">
            <a:avLst>
              <a:gd name="adj" fmla="val 9600"/>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8128000" y="3365500"/>
            <a:ext cx="76200" cy="1587500"/>
          </a:xfrm>
          <a:prstGeom prst="roundRect">
            <a:avLst>
              <a:gd name="adj" fmla="val 0"/>
            </a:avLst>
          </a:prstGeom>
          <a:solidFill>
            <a:srgbClr val="42A5F5">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8407400" y="3683000"/>
            <a:ext cx="609600" cy="609600"/>
          </a:xfrm>
          <a:prstGeom prst="rect">
            <a:avLst/>
          </a:prstGeom>
        </p:spPr>
      </p:pic>
      <p:sp>
        <p:nvSpPr>
          <p:cNvPr name="AutoShape 20" id="20"/>
          <p:cNvSpPr/>
          <p:nvPr/>
        </p:nvSpPr>
        <p:spPr>
          <a:xfrm rot="0" flipH="false" flipV="false">
            <a:off x="762000" y="5080000"/>
            <a:ext cx="3302000" cy="1587500"/>
          </a:xfrm>
          <a:prstGeom prst="roundRect">
            <a:avLst>
              <a:gd name="adj" fmla="val 9600"/>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762000" y="5080000"/>
            <a:ext cx="76200" cy="1587500"/>
          </a:xfrm>
          <a:prstGeom prst="roundRect">
            <a:avLst>
              <a:gd name="adj" fmla="val 0"/>
            </a:avLst>
          </a:prstGeom>
          <a:solidFill>
            <a:srgbClr val="42A5F5">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2" id="22"/>
          <p:cNvPicPr>
            <a:picLocks noChangeAspect="true"/>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rot="0" flipH="false" flipV="false">
            <a:off x="1041400" y="5397500"/>
            <a:ext cx="609600" cy="609600"/>
          </a:xfrm>
          <a:prstGeom prst="rect">
            <a:avLst/>
          </a:prstGeom>
        </p:spPr>
      </p:pic>
      <p:sp>
        <p:nvSpPr>
          <p:cNvPr name="AutoShape 23" id="23"/>
          <p:cNvSpPr/>
          <p:nvPr/>
        </p:nvSpPr>
        <p:spPr>
          <a:xfrm rot="0" flipH="false" flipV="false">
            <a:off x="4445000" y="5080000"/>
            <a:ext cx="3302000" cy="1587500"/>
          </a:xfrm>
          <a:prstGeom prst="roundRect">
            <a:avLst>
              <a:gd name="adj" fmla="val 9600"/>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4445000" y="5080000"/>
            <a:ext cx="76200" cy="1587500"/>
          </a:xfrm>
          <a:prstGeom prst="roundRect">
            <a:avLst>
              <a:gd name="adj" fmla="val 0"/>
            </a:avLst>
          </a:prstGeom>
          <a:solidFill>
            <a:srgbClr val="42A5F5">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5" id="25"/>
          <p:cNvPicPr>
            <a:picLocks noChangeAspect="true"/>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rot="0" flipH="false" flipV="false">
            <a:off x="4724400" y="5397500"/>
            <a:ext cx="609600" cy="609600"/>
          </a:xfrm>
          <a:prstGeom prst="rect">
            <a:avLst/>
          </a:prstGeom>
        </p:spPr>
      </p:pic>
      <p:sp>
        <p:nvSpPr>
          <p:cNvPr name="AutoShape 26" id="26"/>
          <p:cNvSpPr/>
          <p:nvPr/>
        </p:nvSpPr>
        <p:spPr>
          <a:xfrm rot="0" flipH="false" flipV="false">
            <a:off x="8128000" y="5080000"/>
            <a:ext cx="3302000" cy="1587500"/>
          </a:xfrm>
          <a:prstGeom prst="roundRect">
            <a:avLst>
              <a:gd name="adj" fmla="val 9600"/>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27" id="27"/>
          <p:cNvSpPr/>
          <p:nvPr/>
        </p:nvSpPr>
        <p:spPr>
          <a:xfrm rot="0" flipH="false" flipV="false">
            <a:off x="8128000" y="5080000"/>
            <a:ext cx="76200" cy="1587500"/>
          </a:xfrm>
          <a:prstGeom prst="roundRect">
            <a:avLst>
              <a:gd name="adj" fmla="val 0"/>
            </a:avLst>
          </a:prstGeom>
          <a:solidFill>
            <a:srgbClr val="42A5F5">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8" id="28"/>
          <p:cNvPicPr>
            <a:picLocks noChangeAspect="true"/>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rot="0" flipH="false" flipV="false">
            <a:off x="8407400" y="5397500"/>
            <a:ext cx="609600" cy="609600"/>
          </a:xfrm>
          <a:prstGeom prst="rect">
            <a:avLst/>
          </a:prstGeom>
        </p:spPr>
      </p:pic>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5F5F5">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1651000"/>
            <a:ext cx="2540000" cy="2349500"/>
          </a:xfrm>
          <a:prstGeom prst="roundRect">
            <a:avLst>
              <a:gd name="adj" fmla="val 6486"/>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3" id="3"/>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676400" y="1905000"/>
            <a:ext cx="609600" cy="609600"/>
          </a:xfrm>
          <a:prstGeom prst="rect">
            <a:avLst/>
          </a:prstGeom>
        </p:spPr>
      </p:pic>
      <p:sp>
        <p:nvSpPr>
          <p:cNvPr name="AutoShape 4" id="4"/>
          <p:cNvSpPr/>
          <p:nvPr/>
        </p:nvSpPr>
        <p:spPr>
          <a:xfrm rot="0" flipH="false" flipV="false">
            <a:off x="3467100" y="1651000"/>
            <a:ext cx="2540000" cy="2349500"/>
          </a:xfrm>
          <a:prstGeom prst="roundRect">
            <a:avLst>
              <a:gd name="adj" fmla="val 6486"/>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381500" y="1905000"/>
            <a:ext cx="609600" cy="609600"/>
          </a:xfrm>
          <a:prstGeom prst="rect">
            <a:avLst/>
          </a:prstGeom>
        </p:spPr>
      </p:pic>
      <p:sp>
        <p:nvSpPr>
          <p:cNvPr name="AutoShape 6" id="6"/>
          <p:cNvSpPr/>
          <p:nvPr/>
        </p:nvSpPr>
        <p:spPr>
          <a:xfrm rot="0" flipH="false" flipV="false">
            <a:off x="6172200" y="1651000"/>
            <a:ext cx="2540000" cy="2349500"/>
          </a:xfrm>
          <a:prstGeom prst="roundRect">
            <a:avLst>
              <a:gd name="adj" fmla="val 6486"/>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7086600" y="1905000"/>
            <a:ext cx="609600" cy="609600"/>
          </a:xfrm>
          <a:prstGeom prst="rect">
            <a:avLst/>
          </a:prstGeom>
        </p:spPr>
      </p:pic>
      <p:sp>
        <p:nvSpPr>
          <p:cNvPr name="AutoShape 8" id="8"/>
          <p:cNvSpPr/>
          <p:nvPr/>
        </p:nvSpPr>
        <p:spPr>
          <a:xfrm rot="0" flipH="false" flipV="false">
            <a:off x="8877300" y="1651000"/>
            <a:ext cx="2540000" cy="2349500"/>
          </a:xfrm>
          <a:prstGeom prst="roundRect">
            <a:avLst>
              <a:gd name="adj" fmla="val 6486"/>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9791700" y="1905000"/>
            <a:ext cx="609600" cy="609600"/>
          </a:xfrm>
          <a:prstGeom prst="rect">
            <a:avLst/>
          </a:prstGeom>
        </p:spPr>
      </p:pic>
      <p:sp>
        <p:nvSpPr>
          <p:cNvPr name="AutoShape 10" id="10"/>
          <p:cNvSpPr/>
          <p:nvPr/>
        </p:nvSpPr>
        <p:spPr>
          <a:xfrm rot="0" flipH="false" flipV="false">
            <a:off x="762000" y="4191000"/>
            <a:ext cx="2540000" cy="2349500"/>
          </a:xfrm>
          <a:prstGeom prst="roundRect">
            <a:avLst>
              <a:gd name="adj" fmla="val 6486"/>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1676400" y="4445000"/>
            <a:ext cx="609600" cy="609600"/>
          </a:xfrm>
          <a:prstGeom prst="rect">
            <a:avLst/>
          </a:prstGeom>
        </p:spPr>
      </p:pic>
      <p:sp>
        <p:nvSpPr>
          <p:cNvPr name="AutoShape 12" id="12"/>
          <p:cNvSpPr/>
          <p:nvPr/>
        </p:nvSpPr>
        <p:spPr>
          <a:xfrm rot="0" flipH="false" flipV="false">
            <a:off x="3467100" y="4191000"/>
            <a:ext cx="2540000" cy="2349500"/>
          </a:xfrm>
          <a:prstGeom prst="roundRect">
            <a:avLst>
              <a:gd name="adj" fmla="val 6486"/>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4381500" y="4445000"/>
            <a:ext cx="609600" cy="609600"/>
          </a:xfrm>
          <a:prstGeom prst="rect">
            <a:avLst/>
          </a:prstGeom>
        </p:spPr>
      </p:pic>
      <p:sp>
        <p:nvSpPr>
          <p:cNvPr name="AutoShape 14" id="14"/>
          <p:cNvSpPr/>
          <p:nvPr/>
        </p:nvSpPr>
        <p:spPr>
          <a:xfrm rot="0" flipH="false" flipV="false">
            <a:off x="6172200" y="4191000"/>
            <a:ext cx="2540000" cy="2349500"/>
          </a:xfrm>
          <a:prstGeom prst="roundRect">
            <a:avLst>
              <a:gd name="adj" fmla="val 6486"/>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rot="0" flipH="false" flipV="false">
            <a:off x="7086600" y="4445000"/>
            <a:ext cx="609600" cy="609600"/>
          </a:xfrm>
          <a:prstGeom prst="rect">
            <a:avLst/>
          </a:prstGeom>
        </p:spPr>
      </p:pic>
      <p:sp>
        <p:nvSpPr>
          <p:cNvPr name="AutoShape 16" id="16"/>
          <p:cNvSpPr/>
          <p:nvPr/>
        </p:nvSpPr>
        <p:spPr>
          <a:xfrm rot="0" flipH="false" flipV="false">
            <a:off x="8877300" y="4191000"/>
            <a:ext cx="2540000" cy="2349500"/>
          </a:xfrm>
          <a:prstGeom prst="roundRect">
            <a:avLst>
              <a:gd name="adj" fmla="val 6486"/>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rot="0" flipH="false" flipV="false">
            <a:off x="9791700" y="4445000"/>
            <a:ext cx="609600" cy="609600"/>
          </a:xfrm>
          <a:prstGeom prst="rect">
            <a:avLst/>
          </a:prstGeom>
        </p:spPr>
      </p:pic>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5F5F5">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1651000"/>
            <a:ext cx="2540000" cy="1905000"/>
          </a:xfrm>
          <a:prstGeom prst="roundRect">
            <a:avLst>
              <a:gd name="adj" fmla="val 8000"/>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3" id="3"/>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952500" y="1968500"/>
            <a:ext cx="609600" cy="609600"/>
          </a:xfrm>
          <a:prstGeom prst="rect">
            <a:avLst/>
          </a:prstGeom>
        </p:spPr>
      </p:pic>
      <p:sp>
        <p:nvSpPr>
          <p:cNvPr name="AutoShape 4" id="4"/>
          <p:cNvSpPr/>
          <p:nvPr/>
        </p:nvSpPr>
        <p:spPr>
          <a:xfrm rot="0" flipH="false" flipV="false">
            <a:off x="3556000" y="1651000"/>
            <a:ext cx="2540000" cy="1905000"/>
          </a:xfrm>
          <a:prstGeom prst="roundRect">
            <a:avLst>
              <a:gd name="adj" fmla="val 8000"/>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3746500" y="1968500"/>
            <a:ext cx="609600" cy="609600"/>
          </a:xfrm>
          <a:prstGeom prst="rect">
            <a:avLst/>
          </a:prstGeom>
        </p:spPr>
      </p:pic>
      <p:sp>
        <p:nvSpPr>
          <p:cNvPr name="AutoShape 6" id="6"/>
          <p:cNvSpPr/>
          <p:nvPr/>
        </p:nvSpPr>
        <p:spPr>
          <a:xfrm rot="0" flipH="false" flipV="false">
            <a:off x="6350000" y="1651000"/>
            <a:ext cx="2540000" cy="1905000"/>
          </a:xfrm>
          <a:prstGeom prst="roundRect">
            <a:avLst>
              <a:gd name="adj" fmla="val 8000"/>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540500" y="1968500"/>
            <a:ext cx="609600" cy="609600"/>
          </a:xfrm>
          <a:prstGeom prst="rect">
            <a:avLst/>
          </a:prstGeom>
        </p:spPr>
      </p:pic>
      <p:sp>
        <p:nvSpPr>
          <p:cNvPr name="AutoShape 8" id="8"/>
          <p:cNvSpPr/>
          <p:nvPr/>
        </p:nvSpPr>
        <p:spPr>
          <a:xfrm rot="0" flipH="false" flipV="false">
            <a:off x="9017000" y="1651000"/>
            <a:ext cx="2540000" cy="1905000"/>
          </a:xfrm>
          <a:prstGeom prst="roundRect">
            <a:avLst>
              <a:gd name="adj" fmla="val 8000"/>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9207500" y="1968500"/>
            <a:ext cx="609600" cy="609600"/>
          </a:xfrm>
          <a:prstGeom prst="rect">
            <a:avLst/>
          </a:prstGeom>
        </p:spPr>
      </p:pic>
      <p:sp>
        <p:nvSpPr>
          <p:cNvPr name="AutoShape 10" id="10"/>
          <p:cNvSpPr/>
          <p:nvPr/>
        </p:nvSpPr>
        <p:spPr>
          <a:xfrm rot="0" flipH="false" flipV="false">
            <a:off x="762000" y="3937000"/>
            <a:ext cx="3429000" cy="1905000"/>
          </a:xfrm>
          <a:prstGeom prst="roundRect">
            <a:avLst>
              <a:gd name="adj" fmla="val 8000"/>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952500" y="4330700"/>
            <a:ext cx="609600" cy="609600"/>
          </a:xfrm>
          <a:prstGeom prst="rect">
            <a:avLst/>
          </a:prstGeom>
        </p:spPr>
      </p:pic>
      <p:sp>
        <p:nvSpPr>
          <p:cNvPr name="AutoShape 12" id="12"/>
          <p:cNvSpPr/>
          <p:nvPr/>
        </p:nvSpPr>
        <p:spPr>
          <a:xfrm rot="0" flipH="false" flipV="false">
            <a:off x="4445000" y="3937000"/>
            <a:ext cx="3429000" cy="1905000"/>
          </a:xfrm>
          <a:prstGeom prst="roundRect">
            <a:avLst>
              <a:gd name="adj" fmla="val 8000"/>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4635500" y="4330700"/>
            <a:ext cx="609600" cy="609600"/>
          </a:xfrm>
          <a:prstGeom prst="rect">
            <a:avLst/>
          </a:prstGeom>
        </p:spPr>
      </p:pic>
      <p:pic>
        <p:nvPicPr>
          <p:cNvPr name="Picture 14" id="14"/>
          <p:cNvPicPr>
            <a:picLocks noChangeAspect="true"/>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rot="0" flipH="false" flipV="false">
            <a:off x="8318500" y="4330700"/>
            <a:ext cx="609600" cy="609600"/>
          </a:xfrm>
          <a:prstGeom prst="rect">
            <a:avLst/>
          </a:prstGeom>
        </p:spPr>
      </p:pic>
      <p:sp>
        <p:nvSpPr>
          <p:cNvPr name="AutoShape 15" id="15"/>
          <p:cNvSpPr/>
          <p:nvPr/>
        </p:nvSpPr>
        <p:spPr>
          <a:xfrm rot="0" flipH="false" flipV="false">
            <a:off x="9144000" y="4191000"/>
            <a:ext cx="2159000" cy="1397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37474F"/>
                </a:solidFill>
                <a:latin typeface="Poppins"/>
                <a:ea typeface="Poppins"/>
                <a:cs typeface="Poppins"/>
                <a:sym typeface="Poppins"/>
              </a:rPr>
              <a:t>selfish</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300">
                <a:solidFill>
                  <a:srgbClr val="90A4AE"/>
                </a:solidFill>
                <a:latin typeface="Poppins"/>
                <a:ea typeface="Poppins"/>
                <a:cs typeface="Poppins"/>
                <a:sym typeface="Poppins"/>
              </a:rPr>
              <a:t>/ˈselfɪʃ/ adj.</a:t>
            </a:r>
            <a:r>
              <a:rPr lang="en-US" b="false" i="false" strike="noStrike" u="none" sz="1600">
                <a:solidFill>
                  <a:srgbClr val="1F2329"/>
                </a:solidFill>
                <a:latin typeface="Noto Sans SC"/>
                <a:ea typeface="Noto Sans SC"/>
                <a:cs typeface="Noto Sans SC"/>
                <a:sym typeface="Noto Sans SC"/>
              </a:rPr>
              <a:t/>
            </a:r>
          </a:p>
          <a:p>
            <a:pPr algn="l" indent="0">
              <a:lnSpc>
                <a:spcPct val="125000"/>
              </a:lnSpc>
              <a:spcBef>
                <a:spcPts val="800"/>
              </a:spcBef>
            </a:pPr>
            <a:r>
              <a:rPr lang="en-US" b="false" i="false" strike="noStrike" u="none" sz="1400">
                <a:solidFill>
                  <a:srgbClr val="607D8B"/>
                </a:solidFill>
                <a:latin typeface="Noto Sans SC"/>
                <a:ea typeface="Noto Sans SC"/>
                <a:cs typeface="Noto Sans SC"/>
                <a:sym typeface="Noto Sans SC"/>
              </a:rPr>
              <a:t>自私的，利己的</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37474F"/>
                </a:solidFill>
                <a:latin typeface="Poppins"/>
                <a:ea typeface="Poppins"/>
                <a:cs typeface="Poppins"/>
                <a:sym typeface="Poppins"/>
              </a:rPr>
              <a:t>Sentence Patterns: Describing Appearance</a:t>
            </a:r>
            <a:endParaRPr lang="en-US" sz="1100"/>
          </a:p>
        </p:txBody>
      </p:sp>
      <p:sp>
        <p:nvSpPr>
          <p:cNvPr name="AutoShape 3" id="3"/>
          <p:cNvSpPr/>
          <p:nvPr/>
        </p:nvSpPr>
        <p:spPr>
          <a:xfrm rot="0" flipH="false" flipV="false">
            <a:off x="762000" y="1778000"/>
            <a:ext cx="3302000" cy="4318000"/>
          </a:xfrm>
          <a:prstGeom prst="roundRect">
            <a:avLst>
              <a:gd name="adj" fmla="val 4615"/>
            </a:avLst>
          </a:prstGeom>
          <a:solidFill>
            <a:srgbClr val="F0F9FF">
              <a:alpha val="100000"/>
            </a:srgbClr>
          </a:solidFill>
          <a:ln w="12700" cmpd="sng" cap="flat">
            <a:solidFill>
              <a:srgbClr val="E1F0FF">
                <a:alpha val="100000"/>
              </a:srgbClr>
            </a:solidFill>
            <a:prstDash val="solid"/>
            <a:round/>
          </a:ln>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032000"/>
            <a:ext cx="457200" cy="457200"/>
          </a:xfrm>
          <a:prstGeom prst="rect">
            <a:avLst/>
          </a:prstGeom>
        </p:spPr>
      </p:pic>
      <p:sp>
        <p:nvSpPr>
          <p:cNvPr name="AutoShape 5" id="5"/>
          <p:cNvSpPr/>
          <p:nvPr/>
        </p:nvSpPr>
        <p:spPr>
          <a:xfrm rot="0" flipH="false" flipV="false">
            <a:off x="1016000" y="2921000"/>
            <a:ext cx="2794000" cy="1016000"/>
          </a:xfrm>
          <a:prstGeom prst="roundRect">
            <a:avLst>
              <a:gd name="adj" fmla="val 10000"/>
            </a:avLst>
          </a:prstGeom>
          <a:solidFill>
            <a:srgbClr val="42A5F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4445000" y="1778000"/>
            <a:ext cx="3302000" cy="4318000"/>
          </a:xfrm>
          <a:prstGeom prst="roundRect">
            <a:avLst>
              <a:gd name="adj" fmla="val 4615"/>
            </a:avLst>
          </a:prstGeom>
          <a:solidFill>
            <a:srgbClr val="F0F9FF">
              <a:alpha val="100000"/>
            </a:srgbClr>
          </a:solidFill>
          <a:ln w="12700" cmpd="sng" cap="flat">
            <a:solidFill>
              <a:srgbClr val="E1F0FF">
                <a:alpha val="100000"/>
              </a:srgbClr>
            </a:solid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699000" y="2032000"/>
            <a:ext cx="457200" cy="457200"/>
          </a:xfrm>
          <a:prstGeom prst="rect">
            <a:avLst/>
          </a:prstGeom>
        </p:spPr>
      </p:pic>
      <p:sp>
        <p:nvSpPr>
          <p:cNvPr name="AutoShape 8" id="8"/>
          <p:cNvSpPr/>
          <p:nvPr/>
        </p:nvSpPr>
        <p:spPr>
          <a:xfrm rot="0" flipH="false" flipV="false">
            <a:off x="4699000" y="2921000"/>
            <a:ext cx="2794000" cy="1016000"/>
          </a:xfrm>
          <a:prstGeom prst="roundRect">
            <a:avLst>
              <a:gd name="adj" fmla="val 10000"/>
            </a:avLst>
          </a:prstGeom>
          <a:solidFill>
            <a:srgbClr val="FFA72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8128000" y="1778000"/>
            <a:ext cx="3302000" cy="4318000"/>
          </a:xfrm>
          <a:prstGeom prst="roundRect">
            <a:avLst>
              <a:gd name="adj" fmla="val 4615"/>
            </a:avLst>
          </a:prstGeom>
          <a:solidFill>
            <a:srgbClr val="F0F9FF">
              <a:alpha val="100000"/>
            </a:srgbClr>
          </a:solidFill>
          <a:ln w="12700" cmpd="sng" cap="flat">
            <a:solidFill>
              <a:srgbClr val="E1F0FF">
                <a:alpha val="10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382000" y="2032000"/>
            <a:ext cx="457200" cy="457200"/>
          </a:xfrm>
          <a:prstGeom prst="rect">
            <a:avLst/>
          </a:prstGeom>
        </p:spPr>
      </p:pic>
      <p:sp>
        <p:nvSpPr>
          <p:cNvPr name="AutoShape 11" id="11"/>
          <p:cNvSpPr/>
          <p:nvPr/>
        </p:nvSpPr>
        <p:spPr>
          <a:xfrm rot="0" flipH="false" flipV="false">
            <a:off x="8382000" y="2921000"/>
            <a:ext cx="2794000" cy="1016000"/>
          </a:xfrm>
          <a:prstGeom prst="roundRect">
            <a:avLst>
              <a:gd name="adj" fmla="val 10000"/>
            </a:avLst>
          </a:prstGeom>
          <a:solidFill>
            <a:srgbClr val="66BB6A">
              <a:alpha val="100000"/>
            </a:srgbClr>
          </a:solidFill>
          <a:ln w="25400" cmpd="sng" cap="flat">
            <a:noFill/>
            <a:prstDash val="solid"/>
            <a:round/>
          </a:ln>
        </p:spPr>
        <p:txBody>
          <a:bodyPr anchor="ctr" rtlCol="false" vert="horz" wrap="square" lIns="63500" rIns="63500" tIns="63500" bIns="63500"/>
          <a:lstStyle/>
          <a:p>
            <a:pPr algn="ctr">
              <a:defRPr/>
            </a:pPr>
            <a:endParaR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1651000"/>
            <a:ext cx="5207000" cy="2921000"/>
          </a:xfrm>
          <a:prstGeom prst="roundRect">
            <a:avLst>
              <a:gd name="adj" fmla="val 5217"/>
            </a:avLst>
          </a:prstGeom>
          <a:solidFill>
            <a:srgbClr val="E3F2FD">
              <a:alpha val="100000"/>
            </a:srgbClr>
          </a:solidFill>
          <a:ln w="12700" cmpd="sng" cap="flat">
            <a:solidFill>
              <a:srgbClr val="BBDEFB">
                <a:alpha val="100000"/>
              </a:srgbClr>
            </a:solidFill>
            <a:prstDash val="solid"/>
            <a:round/>
          </a:ln>
        </p:spPr>
        <p:txBody>
          <a:bodyPr anchor="ctr" rtlCol="false" vert="horz" wrap="square" lIns="63500" rIns="63500" tIns="63500" bIns="63500"/>
          <a:lstStyle/>
          <a:p>
            <a:pPr algn="ctr">
              <a:defRPr/>
            </a:pPr>
            <a:endParaRPr/>
          </a:p>
        </p:txBody>
      </p:sp>
      <p:pic>
        <p:nvPicPr>
          <p:cNvPr name="Picture 3" id="3"/>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66800" y="1905000"/>
            <a:ext cx="609600" cy="609600"/>
          </a:xfrm>
          <a:prstGeom prst="rect">
            <a:avLst/>
          </a:prstGeom>
        </p:spPr>
      </p:pic>
      <p:sp>
        <p:nvSpPr>
          <p:cNvPr name="AutoShape 4" id="4"/>
          <p:cNvSpPr/>
          <p:nvPr/>
        </p:nvSpPr>
        <p:spPr>
          <a:xfrm rot="0" flipH="false" flipV="false">
            <a:off x="6223000" y="1651000"/>
            <a:ext cx="5207000" cy="2921000"/>
          </a:xfrm>
          <a:prstGeom prst="roundRect">
            <a:avLst>
              <a:gd name="adj" fmla="val 5217"/>
            </a:avLst>
          </a:prstGeom>
          <a:solidFill>
            <a:srgbClr val="E8F5E9">
              <a:alpha val="100000"/>
            </a:srgbClr>
          </a:solidFill>
          <a:ln w="12700" cmpd="sng" cap="flat">
            <a:solidFill>
              <a:srgbClr val="C8E6C9">
                <a:alpha val="10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527800" y="1905000"/>
            <a:ext cx="609600" cy="609600"/>
          </a:xfrm>
          <a:prstGeom prst="rect">
            <a:avLst/>
          </a:prstGeom>
        </p:spPr>
      </p:pic>
      <p:sp>
        <p:nvSpPr>
          <p:cNvPr name="AutoShape 6" id="6"/>
          <p:cNvSpPr/>
          <p:nvPr/>
        </p:nvSpPr>
        <p:spPr>
          <a:xfrm rot="0" flipH="false" flipV="false">
            <a:off x="762000" y="4953000"/>
            <a:ext cx="10668000" cy="1270000"/>
          </a:xfrm>
          <a:prstGeom prst="roundRect">
            <a:avLst>
              <a:gd name="adj" fmla="val 16000"/>
            </a:avLst>
          </a:prstGeom>
          <a:solidFill>
            <a:srgbClr val="42A5F5">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143000" y="5283200"/>
            <a:ext cx="609600" cy="609600"/>
          </a:xfrm>
          <a:prstGeom prst="rect">
            <a:avLst/>
          </a:prstGeom>
        </p:spPr>
      </p:pic>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5F5F5">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1333500"/>
            <a:ext cx="10668000" cy="1016000"/>
          </a:xfrm>
          <a:prstGeom prst="roundRect">
            <a:avLst>
              <a:gd name="adj" fmla="val 15000"/>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3" id="3"/>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1587500"/>
            <a:ext cx="508000" cy="508000"/>
          </a:xfrm>
          <a:prstGeom prst="rect">
            <a:avLst/>
          </a:prstGeom>
        </p:spPr>
      </p:pic>
      <p:sp>
        <p:nvSpPr>
          <p:cNvPr name="AutoShape 4" id="4"/>
          <p:cNvSpPr/>
          <p:nvPr/>
        </p:nvSpPr>
        <p:spPr>
          <a:xfrm rot="0" flipH="false" flipV="false">
            <a:off x="762000" y="2540000"/>
            <a:ext cx="5207000" cy="1206500"/>
          </a:xfrm>
          <a:prstGeom prst="roundRect">
            <a:avLst>
              <a:gd name="adj" fmla="val 12631"/>
            </a:avLst>
          </a:prstGeom>
          <a:solidFill>
            <a:srgbClr val="42A5F5">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952500" y="2857500"/>
            <a:ext cx="457200" cy="457200"/>
          </a:xfrm>
          <a:prstGeom prst="rect">
            <a:avLst/>
          </a:prstGeom>
        </p:spPr>
      </p:pic>
      <p:sp>
        <p:nvSpPr>
          <p:cNvPr name="AutoShape 6" id="6"/>
          <p:cNvSpPr/>
          <p:nvPr/>
        </p:nvSpPr>
        <p:spPr>
          <a:xfrm rot="0" flipH="false" flipV="false">
            <a:off x="6223000" y="2540000"/>
            <a:ext cx="5207000" cy="1206500"/>
          </a:xfrm>
          <a:prstGeom prst="roundRect">
            <a:avLst>
              <a:gd name="adj" fmla="val 12631"/>
            </a:avLst>
          </a:prstGeom>
          <a:solidFill>
            <a:srgbClr val="FFFFFF">
              <a:alpha val="100000"/>
            </a:srgbClr>
          </a:solidFill>
          <a:ln w="12700" cmpd="sng" cap="flat">
            <a:solidFill>
              <a:srgbClr val="E0E0E0">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413500" y="2857500"/>
            <a:ext cx="457200" cy="457200"/>
          </a:xfrm>
          <a:prstGeom prst="rect">
            <a:avLst/>
          </a:prstGeom>
        </p:spPr>
      </p:pic>
      <p:sp>
        <p:nvSpPr>
          <p:cNvPr name="AutoShape 8" id="8"/>
          <p:cNvSpPr/>
          <p:nvPr/>
        </p:nvSpPr>
        <p:spPr>
          <a:xfrm rot="0" flipH="false" flipV="false">
            <a:off x="762000" y="3937000"/>
            <a:ext cx="5207000" cy="1206500"/>
          </a:xfrm>
          <a:prstGeom prst="roundRect">
            <a:avLst>
              <a:gd name="adj" fmla="val 12631"/>
            </a:avLst>
          </a:prstGeom>
          <a:solidFill>
            <a:srgbClr val="42A5F5">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952500" y="4254500"/>
            <a:ext cx="457200" cy="457200"/>
          </a:xfrm>
          <a:prstGeom prst="rect">
            <a:avLst/>
          </a:prstGeom>
        </p:spPr>
      </p:pic>
      <p:sp>
        <p:nvSpPr>
          <p:cNvPr name="AutoShape 10" id="10"/>
          <p:cNvSpPr/>
          <p:nvPr/>
        </p:nvSpPr>
        <p:spPr>
          <a:xfrm rot="0" flipH="false" flipV="false">
            <a:off x="6223000" y="3937000"/>
            <a:ext cx="5207000" cy="1206500"/>
          </a:xfrm>
          <a:prstGeom prst="roundRect">
            <a:avLst>
              <a:gd name="adj" fmla="val 12631"/>
            </a:avLst>
          </a:prstGeom>
          <a:solidFill>
            <a:srgbClr val="FFFFFF">
              <a:alpha val="100000"/>
            </a:srgbClr>
          </a:solidFill>
          <a:ln w="12700" cmpd="sng" cap="flat">
            <a:solidFill>
              <a:srgbClr val="E0E0E0">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413500" y="4254500"/>
            <a:ext cx="457200" cy="457200"/>
          </a:xfrm>
          <a:prstGeom prst="rect">
            <a:avLst/>
          </a:prstGeom>
        </p:spPr>
      </p:pic>
      <p:sp>
        <p:nvSpPr>
          <p:cNvPr name="AutoShape 12" id="12"/>
          <p:cNvSpPr/>
          <p:nvPr/>
        </p:nvSpPr>
        <p:spPr>
          <a:xfrm rot="0" flipH="false" flipV="false">
            <a:off x="762000" y="5270500"/>
            <a:ext cx="5207000" cy="1206500"/>
          </a:xfrm>
          <a:prstGeom prst="roundRect">
            <a:avLst>
              <a:gd name="adj" fmla="val 12631"/>
            </a:avLst>
          </a:prstGeom>
          <a:solidFill>
            <a:srgbClr val="42A5F5">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952500" y="5588000"/>
            <a:ext cx="457200" cy="457200"/>
          </a:xfrm>
          <a:prstGeom prst="rect">
            <a:avLst/>
          </a:prstGeom>
        </p:spPr>
      </p:pic>
      <p:sp>
        <p:nvSpPr>
          <p:cNvPr name="AutoShape 14" id="14"/>
          <p:cNvSpPr/>
          <p:nvPr/>
        </p:nvSpPr>
        <p:spPr>
          <a:xfrm rot="0" flipH="false" flipV="false">
            <a:off x="6223000" y="5270500"/>
            <a:ext cx="5207000" cy="1206500"/>
          </a:xfrm>
          <a:prstGeom prst="roundRect">
            <a:avLst>
              <a:gd name="adj" fmla="val 12631"/>
            </a:avLst>
          </a:prstGeom>
          <a:solidFill>
            <a:srgbClr val="FFFFFF">
              <a:alpha val="100000"/>
            </a:srgbClr>
          </a:solidFill>
          <a:ln w="12700" cmpd="sng" cap="flat">
            <a:solidFill>
              <a:srgbClr val="E0E0E0">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413500" y="5588000"/>
            <a:ext cx="457200" cy="457200"/>
          </a:xfrm>
          <a:prstGeom prst="rect">
            <a:avLst/>
          </a:prstGeom>
        </p:spPr>
      </p:pic>
    </p:spTree>
  </p:cSld>
  <p:clrMapOvr>
    <a:masterClrMapping/>
  </p:clrMapOvr>
</p:sld>
</file>

<file path=ppt/slides/slide12.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1651000"/>
            <a:ext cx="5207000" cy="889000"/>
          </a:xfrm>
          <a:prstGeom prst="roundRect">
            <a:avLst>
              <a:gd name="adj" fmla="val 11428"/>
            </a:avLst>
          </a:prstGeom>
          <a:solidFill>
            <a:srgbClr val="E3F2FD">
              <a:alpha val="100000"/>
            </a:srgbClr>
          </a:solidFill>
          <a:ln w="12700" cmpd="sng" cap="flat">
            <a:solidFill>
              <a:srgbClr val="BBDEFB">
                <a:alpha val="100000"/>
              </a:srgbClr>
            </a:solid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2730500"/>
            <a:ext cx="5207000" cy="889000"/>
          </a:xfrm>
          <a:prstGeom prst="roundRect">
            <a:avLst>
              <a:gd name="adj" fmla="val 11428"/>
            </a:avLst>
          </a:prstGeom>
          <a:solidFill>
            <a:srgbClr val="E3F2FD">
              <a:alpha val="100000"/>
            </a:srgbClr>
          </a:solidFill>
          <a:ln w="12700" cmpd="sng" cap="flat">
            <a:solidFill>
              <a:srgbClr val="BBDEFB">
                <a:alpha val="100000"/>
              </a:srgbClr>
            </a:solid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3810000"/>
            <a:ext cx="5207000" cy="889000"/>
          </a:xfrm>
          <a:prstGeom prst="roundRect">
            <a:avLst>
              <a:gd name="adj" fmla="val 11428"/>
            </a:avLst>
          </a:prstGeom>
          <a:solidFill>
            <a:srgbClr val="E3F2FD">
              <a:alpha val="100000"/>
            </a:srgbClr>
          </a:solidFill>
          <a:ln w="12700" cmpd="sng" cap="flat">
            <a:solidFill>
              <a:srgbClr val="BBDEFB">
                <a:alpha val="10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4889500"/>
            <a:ext cx="5207000" cy="889000"/>
          </a:xfrm>
          <a:prstGeom prst="roundRect">
            <a:avLst>
              <a:gd name="adj" fmla="val 11428"/>
            </a:avLst>
          </a:prstGeom>
          <a:solidFill>
            <a:srgbClr val="E3F2FD">
              <a:alpha val="100000"/>
            </a:srgbClr>
          </a:solidFill>
          <a:ln w="12700" cmpd="sng" cap="flat">
            <a:solidFill>
              <a:srgbClr val="BBDEFB">
                <a:alpha val="10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6223000" y="1651000"/>
            <a:ext cx="5207000" cy="889000"/>
          </a:xfrm>
          <a:prstGeom prst="roundRect">
            <a:avLst>
              <a:gd name="adj" fmla="val 11428"/>
            </a:avLst>
          </a:prstGeom>
          <a:solidFill>
            <a:srgbClr val="42A5F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6223000" y="2730500"/>
            <a:ext cx="5207000" cy="889000"/>
          </a:xfrm>
          <a:prstGeom prst="roundRect">
            <a:avLst>
              <a:gd name="adj" fmla="val 11428"/>
            </a:avLst>
          </a:prstGeom>
          <a:solidFill>
            <a:srgbClr val="42A5F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6223000" y="3810000"/>
            <a:ext cx="5207000" cy="889000"/>
          </a:xfrm>
          <a:prstGeom prst="roundRect">
            <a:avLst>
              <a:gd name="adj" fmla="val 11428"/>
            </a:avLst>
          </a:prstGeom>
          <a:solidFill>
            <a:srgbClr val="42A5F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6223000" y="4889500"/>
            <a:ext cx="5207000" cy="889000"/>
          </a:xfrm>
          <a:prstGeom prst="roundRect">
            <a:avLst>
              <a:gd name="adj" fmla="val 11428"/>
            </a:avLst>
          </a:prstGeom>
          <a:solidFill>
            <a:srgbClr val="42A5F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762000" y="5842000"/>
            <a:ext cx="5207000" cy="889000"/>
          </a:xfrm>
          <a:prstGeom prst="roundRect">
            <a:avLst>
              <a:gd name="adj" fmla="val 11428"/>
            </a:avLst>
          </a:prstGeom>
          <a:solidFill>
            <a:srgbClr val="E3F2FD">
              <a:alpha val="100000"/>
            </a:srgbClr>
          </a:solidFill>
          <a:ln w="12700" cmpd="sng" cap="flat">
            <a:solidFill>
              <a:srgbClr val="BBDEFB">
                <a:alpha val="100000"/>
              </a:srgbClr>
            </a:solid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6223000" y="5842000"/>
            <a:ext cx="5207000" cy="889000"/>
          </a:xfrm>
          <a:prstGeom prst="roundRect">
            <a:avLst>
              <a:gd name="adj" fmla="val 11428"/>
            </a:avLst>
          </a:prstGeom>
          <a:solidFill>
            <a:srgbClr val="42A5F5">
              <a:alpha val="100000"/>
            </a:srgbClr>
          </a:solidFill>
          <a:ln w="25400" cmpd="sng" cap="flat">
            <a:noFill/>
            <a:prstDash val="solid"/>
            <a:round/>
          </a:ln>
        </p:spPr>
        <p:txBody>
          <a:bodyPr anchor="ctr" rtlCol="false" vert="horz" wrap="square" lIns="63500" rIns="63500" tIns="63500" bIns="63500"/>
          <a:lstStyle/>
          <a:p>
            <a:pPr algn="ctr">
              <a:defRPr/>
            </a:pPr>
            <a:endParaR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1778000"/>
            <a:ext cx="5207000" cy="4445000"/>
          </a:xfrm>
          <a:prstGeom prst="roundRect">
            <a:avLst>
              <a:gd name="adj" fmla="val 3428"/>
            </a:avLst>
          </a:prstGeom>
          <a:solidFill>
            <a:srgbClr val="EFF6FF">
              <a:alpha val="100000"/>
            </a:srgbClr>
          </a:solidFill>
          <a:ln w="12700" cmpd="sng" cap="flat">
            <a:solidFill>
              <a:srgbClr val="BFDBFE">
                <a:alpha val="100000"/>
              </a:srgbClr>
            </a:solidFill>
            <a:prstDash val="solid"/>
            <a:round/>
          </a:ln>
        </p:spPr>
        <p:txBody>
          <a:bodyPr anchor="ctr" rtlCol="false" vert="horz" wrap="square" lIns="63500" rIns="63500" tIns="63500" bIns="63500"/>
          <a:lstStyle/>
          <a:p>
            <a:pPr algn="ctr">
              <a:defRPr/>
            </a:pPr>
            <a:endParaRPr/>
          </a:p>
        </p:txBody>
      </p:sp>
      <p:pic>
        <p:nvPicPr>
          <p:cNvPr name="Picture 3" id="3"/>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66800" y="2095500"/>
            <a:ext cx="355600" cy="355600"/>
          </a:xfrm>
          <a:prstGeom prst="rect">
            <a:avLst/>
          </a:prstGeom>
        </p:spPr>
      </p:pic>
      <p:sp>
        <p:nvSpPr>
          <p:cNvPr name="AutoShape 4" id="4"/>
          <p:cNvSpPr/>
          <p:nvPr/>
        </p:nvSpPr>
        <p:spPr>
          <a:xfrm rot="0" flipH="false" flipV="false">
            <a:off x="6223000" y="1778000"/>
            <a:ext cx="5207000" cy="4445000"/>
          </a:xfrm>
          <a:prstGeom prst="roundRect">
            <a:avLst>
              <a:gd name="adj" fmla="val 3428"/>
            </a:avLst>
          </a:prstGeom>
          <a:solidFill>
            <a:srgbClr val="FFF7ED">
              <a:alpha val="100000"/>
            </a:srgbClr>
          </a:solidFill>
          <a:ln w="12700" cmpd="sng" cap="flat">
            <a:solidFill>
              <a:srgbClr val="FED7AA">
                <a:alpha val="10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527800" y="2095500"/>
            <a:ext cx="355600" cy="355600"/>
          </a:xfrm>
          <a:prstGeom prst="rect">
            <a:avLst/>
          </a:prstGeom>
        </p:spPr>
      </p:pic>
      <p:sp>
        <p:nvSpPr>
          <p:cNvPr name="AutoShape 6" id="6"/>
          <p:cNvSpPr/>
          <p:nvPr/>
        </p:nvSpPr>
        <p:spPr>
          <a:xfrm rot="0" flipH="false" flipV="false">
            <a:off x="6527800" y="2921000"/>
            <a:ext cx="4597400" cy="1460500"/>
          </a:xfrm>
          <a:prstGeom prst="roundRect">
            <a:avLst>
              <a:gd name="adj" fmla="val 6956"/>
            </a:avLst>
          </a:prstGeom>
          <a:solidFill>
            <a:srgbClr val="FFFFFF">
              <a:alpha val="100000"/>
            </a:srgbClr>
          </a:solidFill>
          <a:ln w="12700" cmpd="sng" cap="flat">
            <a:solidFill>
              <a:srgbClr val="FDBA74">
                <a:alpha val="6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7" id="7"/>
          <p:cNvSpPr/>
          <p:nvPr/>
        </p:nvSpPr>
        <p:spPr>
          <a:xfrm rot="0" flipH="false" flipV="false">
            <a:off x="6527800" y="4572000"/>
            <a:ext cx="4597400" cy="1397000"/>
          </a:xfrm>
          <a:prstGeom prst="roundRect">
            <a:avLst>
              <a:gd name="adj" fmla="val 7272"/>
            </a:avLst>
          </a:prstGeom>
          <a:solidFill>
            <a:srgbClr val="FFFFFF">
              <a:alpha val="100000"/>
            </a:srgbClr>
          </a:solidFill>
          <a:ln w="12700" cmpd="sng" cap="flat">
            <a:solidFill>
              <a:srgbClr val="93C5FD">
                <a:alpha val="8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5F5F5">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1651000"/>
            <a:ext cx="5207000" cy="4572000"/>
          </a:xfrm>
          <a:prstGeom prst="roundRect">
            <a:avLst>
              <a:gd name="adj" fmla="val 3333"/>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651000"/>
            <a:ext cx="5207000" cy="76200"/>
          </a:xfrm>
          <a:prstGeom prst="roundRect">
            <a:avLst>
              <a:gd name="adj" fmla="val 0"/>
            </a:avLst>
          </a:prstGeom>
          <a:solidFill>
            <a:srgbClr val="42A5F5">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66800" y="2095500"/>
            <a:ext cx="457200" cy="457200"/>
          </a:xfrm>
          <a:prstGeom prst="rect">
            <a:avLst/>
          </a:prstGeom>
        </p:spPr>
      </p:pic>
      <p:sp>
        <p:nvSpPr>
          <p:cNvPr name="AutoShape 5" id="5"/>
          <p:cNvSpPr/>
          <p:nvPr/>
        </p:nvSpPr>
        <p:spPr>
          <a:xfrm rot="0" flipH="false" flipV="false">
            <a:off x="6223000" y="1651000"/>
            <a:ext cx="5207000" cy="4572000"/>
          </a:xfrm>
          <a:prstGeom prst="roundRect">
            <a:avLst>
              <a:gd name="adj" fmla="val 3333"/>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6" id="6"/>
          <p:cNvSpPr/>
          <p:nvPr/>
        </p:nvSpPr>
        <p:spPr>
          <a:xfrm rot="0" flipH="false" flipV="false">
            <a:off x="6223000" y="1651000"/>
            <a:ext cx="5207000" cy="76200"/>
          </a:xfrm>
          <a:prstGeom prst="roundRect">
            <a:avLst>
              <a:gd name="adj" fmla="val 0"/>
            </a:avLst>
          </a:prstGeom>
          <a:solidFill>
            <a:srgbClr val="FF9800">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527800" y="2095500"/>
            <a:ext cx="457200" cy="457200"/>
          </a:xfrm>
          <a:prstGeom prst="rect">
            <a:avLst/>
          </a:prstGeom>
        </p:spPr>
      </p:pic>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1651000"/>
            <a:ext cx="12192000" cy="1143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6400">
                <a:solidFill>
                  <a:srgbClr val="37474F"/>
                </a:solidFill>
                <a:latin typeface="Poppins"/>
                <a:ea typeface="Poppins"/>
                <a:cs typeface="Poppins"/>
                <a:sym typeface="Poppins"/>
              </a:rPr>
              <a:t>THANK YOU!</a:t>
            </a:r>
            <a:endParaRPr lang="en-US" sz="1100"/>
          </a:p>
        </p:txBody>
      </p:sp>
      <p:pic>
        <p:nvPicPr>
          <p:cNvPr name="Picture 3" id="3"/>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5588000" y="3048000"/>
            <a:ext cx="1016000" cy="1016000"/>
          </a:xfrm>
          <a:prstGeom prst="rect">
            <a:avLst/>
          </a:prstGeom>
        </p:spPr>
      </p:pic>
      <p:pic>
        <p:nvPicPr>
          <p:cNvPr name="Picture 4" id="4"/>
          <p:cNvPicPr>
            <a:picLocks noChangeAspect="true"/>
          </p:cNvPicPr>
          <p:nvPr/>
        </p:nvPicPr>
        <p:blipFill>
          <a:blip r:embed="rId5"/>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